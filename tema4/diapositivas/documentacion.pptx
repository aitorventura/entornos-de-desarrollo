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 código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Comentarios y Javadoc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 — ¿para qué sirve documentar?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documentación sirve para que otra persona — o tú mismo dentro de dos meses — pueda entender qué hace el código, cómo se usa y por qué se tomaron ciertas decisiones.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Java hay dos formas que se complementan: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4547586"/>
                <a:gridCol w="454758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Comentario  //  o  /* */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Javadoc  /** */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Aclarar una decisión o un caso especial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Describir clases y métodos públicos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lo lee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desarrollador que toca ese fichero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Cualquiera que use la clase desde fuera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genera el 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 — se puede exportar a HTML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el por qué no es obvio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toda la API pública del proyecto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documentar?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no es solo ser ordenado. Tiene consecuencias directas en el día a día: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03520" cy="14173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813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Trabajo en equipo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documentación, cada nuevo compañero tiene que leer el código entero para entender qué hace cada parte.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53912" y="1371600"/>
            <a:ext cx="5303520" cy="14173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4813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Ahorra tiempo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6792" y="18745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comentario de una línea puede evitar 20 minutos de análisis a quien retoma el código.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03520" cy="14173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815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Evita errores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de negocio y las restricciones quedan explícitas, no enterradas en la lógica.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53912" y="2971800"/>
            <a:ext cx="5303520" cy="14173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30815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3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Facilita el mantenimiento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36792" y="34747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algo falla, saber por qué está así acelera el diagnóstico.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Comentarios: cuándo sí y cuándo 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comentario explica algo que el código no puede decir por sí solo. Pregúntate: ¿aporta algo que el nombre del método no dice ya?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5454396" cy="32918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09928"/>
            <a:ext cx="51800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Comentarios útiles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5916" y="1709928"/>
            <a:ext cx="5454396" cy="32918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3076" y="1709928"/>
            <a:ext cx="51800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Comentarios que sobran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5454396" cy="18745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76272"/>
            <a:ext cx="73152" cy="18745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67712"/>
            <a:ext cx="504291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IVA reducido por normativa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(productos básicos)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 = precio * IVA_REDUCIDO;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Bloqueado: no permitimos login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aunque la contraseña sea correcta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(user.isBlocked())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LoginResult.BLOCKED;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5916" y="2176272"/>
            <a:ext cx="5454396" cy="18745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5916" y="2176272"/>
            <a:ext cx="73152" cy="18745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4516" y="2267712"/>
            <a:ext cx="504291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Incrementa i
i++;
// Devuelve el total
return total;
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11091672" cy="566928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06824"/>
            <a:ext cx="10634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Regla práctica: si el comentario solo repite lo que ya dice el nombre, en vez de comentar, mejora el nombre.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documentar primero en un proyecto?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necesita el mismo nivel de documentación. Ordena el esfuerzo por impacto real: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566928" cy="56692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17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61872" y="1380744"/>
            <a:ext cx="10378440" cy="8686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35608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3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README (nivel proyecto)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9994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el proyecto, cómo ejecutarlo, cómo pasar los tests. Lo primero que ve cualquiera que llega al repositorio.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23744"/>
            <a:ext cx="566928" cy="56692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237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61872" y="2386584"/>
            <a:ext cx="10378440" cy="8686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441448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3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Puntos de entrada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788920"/>
            <a:ext cx="9994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públicos, controladores, endpoints. Lo que otros van a llamar sin ver la implementación.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566928" cy="56692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9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61872" y="3392424"/>
            <a:ext cx="10378440" cy="8686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3447288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3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Reglas de negocio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794760"/>
            <a:ext cx="9994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Validaciones, descuentos, permisos, casos especiales. Lo que no es evidente leyendo el código.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35424"/>
            <a:ext cx="566928" cy="56692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354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61872" y="4398264"/>
            <a:ext cx="10378440" cy="8686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453128"/>
            <a:ext cx="9994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3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🔩  Decisiones no obvias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4800600"/>
            <a:ext cx="9994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"Esto está así porque X" — lo que alguien podría cambiar sin darse cuenta de que rompe algo.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README: la primera documentación del proyecto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es lo primero que ve cualquiera que llega a un proyecto. No hace falta que sea largo, pero sí útil.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mínima que funciona: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91672" cy="2743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57400"/>
            <a:ext cx="73152" cy="27432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10680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Nombre del proyecto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Descripción breve: qué hace y para qué sirve.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Cómo ejecutar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Abre el proyecto en IntelliJ.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Ejecuta Main.java (punto de entrada).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Cómo pasar los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Desde IntelliJ: clic derecho en test/ → Run All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desde terminal: mvn test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Notas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Requiere Java 17 o superior.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11091672" cy="621792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056632"/>
            <a:ext cx="10634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Si alguien que no conoce el proyecto puede ejecutarlo en 5 minutos leyendo solo el README, el README es bueno.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Javadoc: qué es y para qué sirve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Javadoc es el formato estándar de Java para documentar clases y métodos públicos. Al pasar el ratón sobre un método en IntelliJ, muestra la documentación directamente. Se escribe con /** ... */ y se puede exportar a HTML.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más habituales — usa solo las que aporten información real: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1996501"/>
                <a:gridCol w="665500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Etiqueta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@author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 o responsable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@version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versión del componente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@since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desde qué versión existe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@param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cada parámetro de entrada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@return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devuelve (y en qué casos)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@throws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lanza una excepción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@deprecated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cualquiera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ya no se recomienda usar, y qué usar en su lugar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861304"/>
            <a:ext cx="11091672" cy="566928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934456"/>
            <a:ext cx="10634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Si @version no se usa en tu proyecto, no lo pongas por decorar. Un Javadoc con etiquetas vacías es peor que no tenerlo.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Javadoc — ejemplo en una clase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 la responsabilidad de la clase, sus reglas y cómo encaja en el proyecto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472184"/>
            <a:ext cx="11091672" cy="2651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72184"/>
            <a:ext cx="73152" cy="26517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63624"/>
            <a:ext cx="106801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Servicio de cálculo de precios para pedidos.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Aplica reglas simples de descuento y validaciones básicas.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Uso típico: se llama desde la capa de servicio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            para obtener el total a pagar.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@author Aitor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@version 1.0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@since 2026-02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PriceService { ...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352544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vale la pena documentar en una clase: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64024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responsabilidad tiene (qué hace y qué no).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importantes que aplica.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usa en el proyecto (una frase).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Javadoc — ejemplo en un método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 qué hace, qué espera de entrada y qué devuelve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472184"/>
            <a:ext cx="11091672" cy="2468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72184"/>
            <a:ext cx="73152" cy="24688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63624"/>
            <a:ext cx="106801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Calcula el precio final de un pedido.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@param unitPrice  precio por unidad (debe ser &gt;=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@param units      cantidad de unidades (debe ser &gt;=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@param premium    indica si se aplica descuento premium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@return precio final calculado (nunca negativo)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@throws IllegalArgumentException si unitPrice o units son negativos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double calculateTotal(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unitPrice, int units, boolean premium) { ... 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69664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69664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NO usar Javadoc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745736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privados muy cortos y con nombre claro.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que cambia frecuentemente (la doc se queda desactualizada).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Getters y setters triviales sin lógica especial.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Generar documentación HTML desde IntelliJ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  —  3. Documentación de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4980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 las ventajas de Javadoc: puedes generar una web HTML con toda la documentación del proyecto directamente desde IntelliJ, sin instalar nada extra. La página principal del resultado es index.html.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en IntelliJ: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199887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76856"/>
            <a:ext cx="19074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JavaDoc...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29230" y="2231136"/>
            <a:ext cx="3108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21838" y="2231136"/>
            <a:ext cx="199887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7558" y="2276856"/>
            <a:ext cx="19074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docs/javadoc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2429" y="2231136"/>
            <a:ext cx="3108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95037" y="2231136"/>
            <a:ext cx="199887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757" y="2276856"/>
            <a:ext cx="19074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75627" y="2231136"/>
            <a:ext cx="3108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68235" y="2231136"/>
            <a:ext cx="199887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3955" y="2276856"/>
            <a:ext cx="19074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48826" y="2231136"/>
            <a:ext cx="3108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41434" y="2231136"/>
            <a:ext cx="1998878" cy="10058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87154" y="2276856"/>
            <a:ext cx="19074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11296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11296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típicos y soluciones rápidas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1672" cy="914400"/>
        </p:xfrm>
        <a:graphic>
          <a:graphicData uri="http://schemas.openxmlformats.org/drawingml/2006/table">
            <a:tbl>
              <a:tblPr/>
              <a:tblGrid>
                <a:gridCol w="4214835"/>
                <a:gridCol w="6876837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Tildes o ñ mal generadas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 que el proyecto usa UTF-8 como encoding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Faltan clases o paquetes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Comprueba el Scope — puede que no estés generando todo el proyecto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 demasiado contenido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visibilidad a Public o limita a un solo paquete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2026-06-26T16:35:27Z</dcterms:created>
  <dcterms:modified xsi:type="dcterms:W3CDTF">2026-06-26T16:35:27Z</dcterms:modified>
</cp:coreProperties>
</file>