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299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4: OPTIMIZACIÓN Y DOCUMENTACIÓN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Git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versiones desde cero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Git?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13910"/>
            <a:ext cx="11091672" cy="868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1277918"/>
            <a:ext cx="10689336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es un sistema de control de versiones: guarda el historial de un proyecto, registra quién hizo cada cambio y cuándo, y permite volver atrás si algo se rompe.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6547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226547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qué sirve?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868974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el historial completo de cambios del proyecto.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cuándo y quién hizo cada cambio.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volver a cualquier versión anterior.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el trabajo en equipo sin que nadie se pise.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880654"/>
            <a:ext cx="11091672" cy="868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9808" y="4944662"/>
            <a:ext cx="10689336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Metáfora: Git es como una máquina del tiempo para tu proyecto. Guardas "puntos de control" y puedes viajar de vuelta a cualquiera de ellos.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necesitamos control de versiones?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95254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Git, cuando programamos suele pasar esto: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716462"/>
            <a:ext cx="1109167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"Antes funcionaba… ¿qué he tocado?"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"Voy a guardar una copia por si acaso"  →  final.zip, final_final.zip, ahora_si.zip…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 mezclado cambios de varias cosas y ya no sé separarlos."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 borrado algo importante sin querer."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758929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49808" y="3822937"/>
            <a:ext cx="10689336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resuelve todo eso: crea un historial ordenado y recuperable. Sin copias manuales, sin archivos _final_v2.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719049"/>
            <a:ext cx="11091672" cy="7772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49808" y="4783057"/>
            <a:ext cx="10689336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Además, cuando trabajas en equipo, Git permite que varias personas trabajen sobre el mismo proyecto sin sobrescribirse. Eso lo veremos en el tema de GitHub.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 commit?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53872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1417880"/>
            <a:ext cx="106893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commit es un punto de guardado del proyecto: una "foto" de cómo estaba todo en ese momento.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13992"/>
            <a:ext cx="5454396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2313992"/>
            <a:ext cx="50886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Metáfora: guardar partida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890064"/>
            <a:ext cx="54543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Estás programando (jugando).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Llegas a un punto estable.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Guardas la partida → haces un commit.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lías, vuelves a esa partida.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85916" y="2313992"/>
            <a:ext cx="5454396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368796" y="2313992"/>
            <a:ext cx="50886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lleva un commit?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85916" y="2890064"/>
            <a:ext cx="54543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"foto" del estado de los archivos.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autor (nombre y email).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fecha y hora.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mensaje descriptivo.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764584"/>
            <a:ext cx="11091672" cy="914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49808" y="4828592"/>
            <a:ext cx="106893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mensaje de commit debe decir QUÉ has hecho y PARA QUÉ.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buenos:  "Añade lista inicial de libros"  ·  "Corrige cálculo del total con descuento"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que más cuesta: el staging (la bandeja)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no funciona como un «Guardar» de Word. Antes del commit hay un paso intermedio: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453384" cy="10515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40080" y="1490472"/>
            <a:ext cx="3270504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Trabajas 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cambias archivos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02024" y="1417320"/>
            <a:ext cx="365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67784" y="1417320"/>
            <a:ext cx="3453384" cy="10515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459224" y="1490472"/>
            <a:ext cx="3270504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Seleccionas lo que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quieres guardar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el staging 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21168" y="1417320"/>
            <a:ext cx="365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86928" y="1417320"/>
            <a:ext cx="3453384" cy="10515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78368" y="1490472"/>
            <a:ext cx="3270504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Guardas esa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con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1520" y="26974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area (también llamado índex o bandeja)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300984"/>
            <a:ext cx="1109167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está en staging  →  "esto SÍ va al próximo commit".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está en staging  →  "esto todavía no".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commit guarda lo que hayas puesto en staging, no todo lo que hay en la carpeta.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992624"/>
            <a:ext cx="11091672" cy="65836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49808" y="5056632"/>
            <a:ext cx="10689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= "pon esto en la bandeja"       git commit = "pega lo de la bandeja en el historial"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— las tres zonas de Git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37846"/>
            <a:ext cx="2843784" cy="1920240"/>
          </a:xfrm>
          <a:prstGeom prst="roundRect">
            <a:avLst/>
          </a:prstGeom>
          <a:solidFill>
            <a:srgbClr val="E8EAF6"/>
          </a:solidFill>
          <a:ln w="254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85800" y="1529286"/>
            <a:ext cx="2569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Escritorio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(working directory)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15086"/>
            <a:ext cx="2478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Donde editas, pruebas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rompes cosas.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cambios viven aquí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cualquier paso.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92424" y="175788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92424" y="2169366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672584" y="1437846"/>
            <a:ext cx="2843784" cy="1920240"/>
          </a:xfrm>
          <a:prstGeom prst="roundRect">
            <a:avLst/>
          </a:prstGeom>
          <a:solidFill>
            <a:srgbClr val="E0F2F1"/>
          </a:solidFill>
          <a:ln w="254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09744" y="1529286"/>
            <a:ext cx="2569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Bandeja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(staging area)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55464" y="2215086"/>
            <a:ext cx="2478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Donde colocas lo que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quieres guardar.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lo mueve aquí.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16368" y="175788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16368" y="2169366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796528" y="1437846"/>
            <a:ext cx="2843784" cy="19202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8933688" y="1529286"/>
            <a:ext cx="2569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(repository)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79408" y="2215086"/>
            <a:ext cx="24780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Donde quedan guardadas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versiones (commits).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cierra el paso.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632406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31520" y="3632406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existe la bandeja?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235910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los cambios se mezclan. Mientras arreglas un bug, también tocas el README y un CSS. Con staging puedes hacer un commit para cada cosa y el historial queda limpio.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058870"/>
            <a:ext cx="11091672" cy="594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49808" y="5122878"/>
            <a:ext cx="106893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"Ahora guardo solo el bug.  Después el README.  Después el CSS."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— commits limpios: uno por idea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41906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Supón que has tocado 3 archivos: Pedido.java (bug) · README.md (texto) · styles.css (estilo).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817978"/>
            <a:ext cx="5010729" cy="36576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40080" y="1817978"/>
            <a:ext cx="48735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Lo que NO interesa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42249" y="1817978"/>
            <a:ext cx="5898063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833689" y="1817978"/>
            <a:ext cx="576090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Lo recomendable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75178"/>
            <a:ext cx="5010729" cy="7315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548640" y="2275178"/>
            <a:ext cx="73152" cy="7315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77240" y="2366618"/>
            <a:ext cx="469068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"Cambios"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42249" y="2275178"/>
            <a:ext cx="5898063" cy="20574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742249" y="2275178"/>
            <a:ext cx="73152" cy="2057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970849" y="2366618"/>
            <a:ext cx="5578023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Pedido.java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"Corrige bug en cálculo"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README.md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"Actualiza instrucciones"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styles.css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"Mejora estilos del layout"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515458"/>
            <a:ext cx="501072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commit «batiburrillo»: mezcla todo y luego cuesta entenderlo o deshacerlo.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515458"/>
            <a:ext cx="11091672" cy="5943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49808" y="4579466"/>
            <a:ext cx="106893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claro, más fácil deshacer por partes, revisiones más rápidas.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292698"/>
            <a:ext cx="11091672" cy="5943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49808" y="5356706"/>
            <a:ext cx="106893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.  mete en staging TODO lo nuevo/modificado. Al principio, mejor añadir archivo a archivo.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de un archivo en Git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94768"/>
            <a:ext cx="2487168" cy="1554480"/>
          </a:xfrm>
          <a:prstGeom prst="roundRect">
            <a:avLst/>
          </a:prstGeom>
          <a:solidFill>
            <a:srgbClr val="FFF9C4"/>
          </a:solidFill>
          <a:ln w="254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40080" y="161364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Untracked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89128"/>
            <a:ext cx="2304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lo ve pero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 sigue.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(archivo nuevo)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35808" y="1951968"/>
            <a:ext cx="265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55264" y="1540488"/>
            <a:ext cx="2487168" cy="155448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346704" y="161364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46704" y="2089128"/>
            <a:ext cx="2304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has editado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el último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42432" y="1951968"/>
            <a:ext cx="265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20283" y="3209268"/>
            <a:ext cx="84429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9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61888" y="1540488"/>
            <a:ext cx="2487168" cy="1554480"/>
          </a:xfrm>
          <a:prstGeom prst="roundRect">
            <a:avLst/>
          </a:prstGeom>
          <a:solidFill>
            <a:srgbClr val="E0F2F1"/>
          </a:solidFill>
          <a:ln w="254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053328" y="161364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53328" y="2089128"/>
            <a:ext cx="2304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 en la bandeja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(git add).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 para commit.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49056" y="1951968"/>
            <a:ext cx="2651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959385" y="3140688"/>
            <a:ext cx="1244517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9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68512" y="1540488"/>
            <a:ext cx="2487168" cy="15544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759952" y="161364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59952" y="2089128"/>
            <a:ext cx="23042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Guardado en 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con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72384" y="3305840"/>
            <a:ext cx="8385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editar → vuelve a Modified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597888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731520" y="3597888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rápido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41739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Creas hola.txt  →  Untracked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hola.txt  →  Staged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…  →  Committed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Editas hola.txt  →  Modified  (hay que volver a hacer git add)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Instalación de Git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56692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nada: comprueba si ya lo tienes.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572768"/>
            <a:ext cx="73152" cy="502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664208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devuelve "git version 2.4x.x"  →  ya lo tienes, para clase te vale.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sale "command not found"  →  hay que instalarlo.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1520" y="3172968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sistema operativo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490500"/>
              </p:ext>
            </p:extLst>
          </p:nvPr>
        </p:nvGraphicFramePr>
        <p:xfrm>
          <a:off x="548640" y="3727952"/>
          <a:ext cx="11091672" cy="256032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8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instalarlo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 Git for Windows (git-scm.com/install/windows). Incluye Git Bash — úsala al principio.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Ejecuta git --version. Si macOS pide instalar Command Line Tools, acepta y espera.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Linux (Debian/Ubuntu)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sudo apt update &amp;&amp; sudo apt install git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7068312"/>
            <a:ext cx="11091672" cy="6858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749808" y="7132320"/>
            <a:ext cx="10689336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crear repos dentro de OneDrive o Google Drive: pueden aparecer cambios «fantasma» al cambiar de versión.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básica (una sola vez)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199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guarda en cada commit quién lo hizo. Sin esto, Git se quejará con "Please tell me who you are".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 Nombre y email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11091672" cy="12344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73152" cy="12344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77240" y="2176272"/>
            <a:ext cx="107716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"Tu Nombre"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"tuemail@ejemplo.com"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Comprobar que ha quedado bien: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--list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 Rama por defecto: main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096512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73152" cy="502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77240" y="4187952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init.defaultBranch main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31520" y="480060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 Editor por defecto (recomendado con VS Code)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376672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548640" y="5376672"/>
            <a:ext cx="73152" cy="502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77240" y="5468112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core.editor "code --wait"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6062472"/>
            <a:ext cx="11091672" cy="594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49808" y="6126480"/>
            <a:ext cx="106893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Estas configuraciones se guardan en ~/.gitconfig y se aplican a todos los repos del ordenador.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repositorio: git init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38064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4980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Git empiece a guardar el historial de un proyecto, necesitas inicializar un repositorio: una carpeta «con Git activado».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8977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68977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65842"/>
            <a:ext cx="11091672" cy="8686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48640" y="2265842"/>
            <a:ext cx="73152" cy="86868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77240" y="2357282"/>
            <a:ext cx="10771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~/Documents/pruebas_git   # Entra en la carpeta del proyecto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                     # Inicializa Git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                  # Comprueba que está listo</a:t>
            </a:r>
            <a:endParaRPr lang="en-US" sz="1400" dirty="0"/>
          </a:p>
        </p:txBody>
      </p:sp>
      <p:pic>
        <p:nvPicPr>
          <p:cNvPr id="12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056" y="3317402"/>
            <a:ext cx="6720840" cy="26060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48640" y="6106322"/>
            <a:ext cx="11091672" cy="6858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749808" y="6170330"/>
            <a:ext cx="10689336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carpeta .git/ es la memoria del repositorio. NO la borres ni edites a mano: si la eliminas, el proyecto pierde todo el historial.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 — ¿qué está pasando?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4980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 te dice en qué situación está el repo y en qué estado están tus archivos. Úsalo siempre antes de git add y git commit.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73152" cy="502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2468880"/>
            <a:ext cx="5404104" cy="2468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120640"/>
            <a:ext cx="110916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to be committed: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está en staging, listo para el próximo commit.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Untracked files:</a:t>
            </a:r>
            <a:endParaRPr lang="en-US" sz="15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Git lo ve, pero aún no lo sigue (hay que hacer git add).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diff — ¿qué ha cambiado exactamente?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4980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diff muestra los cambios línea a línea respecto al último commit. Útil para revisar qué has tocado antes de guardar. No cambia nada.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73152" cy="502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044" y="2468880"/>
            <a:ext cx="6912864" cy="2468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12064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líneas con  +  son lo nuevo que has añadido.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líneas con  —  son lo que has eliminado o reemplazado.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Mientras solo ejecutas git diff, el proyecto no cambia.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— pongo esto en la bandeja (staging)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278005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400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no guarda nada todavía: solo prepara archivos para el próximo commit.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73352"/>
            <a:ext cx="11091672" cy="9144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673352"/>
            <a:ext cx="731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764792"/>
            <a:ext cx="107716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adios.txt            # Un archivo concreto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adios.txt hola.txt   # Varios a la vez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                   # Todo lo nuevo/modificado (con cuidado)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2770632"/>
            <a:ext cx="5440680" cy="21945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148072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to be committed: new file adios.txt, modified hola.txt  →  están en staging.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Untracked files: hasta-luego.txt  →  sigue fuera porque no has hecho git add.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5912245"/>
            <a:ext cx="11091672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749808" y="5976253"/>
            <a:ext cx="10689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.  mete en staging TODO lo nuevo/modificado. Al principio, mejor añadir archivo a archivo.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— guardo la partida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guarda en el historial lo que esté en staging. Solo lo que tú has puesto con git add.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19072"/>
            <a:ext cx="11091672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73152" cy="10058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810512"/>
            <a:ext cx="107716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"Añado los archivos hola y adios"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 corregir el mensaje del último commit (antes de subir):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--amend -m "Mensaje corregido"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972" y="2907792"/>
            <a:ext cx="5779008" cy="2468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559552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confirma el commit: hash corto y mensaje.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files changed  →  los archivos que estaban en staging.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hasta-luego.txt sigue en Untracked — no se guardó porque NO estaba en staging.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log — el historial de commits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35214"/>
            <a:ext cx="4788896" cy="19202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335214"/>
            <a:ext cx="73152" cy="19202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77240" y="1426654"/>
            <a:ext cx="446885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Historial completo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Una línea por commit (el más usado)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 gráfico de ramas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</a:t>
            </a:r>
            <a:endParaRPr lang="en-US" sz="1400" dirty="0"/>
          </a:p>
        </p:txBody>
      </p:sp>
      <p:pic>
        <p:nvPicPr>
          <p:cNvPr id="8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416" y="1335214"/>
            <a:ext cx="4517136" cy="1920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456622"/>
            <a:ext cx="11091672" cy="62179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49808" y="3520630"/>
            <a:ext cx="106893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→ main: estás en la rama main y HEAD apunta al último commit.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243006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31520" y="4243006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hash: identificador único de cada commit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4928616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commit tiene un hash largo (a3f8c21d…). No hace falta escribirlo entero: con los 7 primeros caracteres es suficiente. Esos son los que usarás en git show, git revert y git reset.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log --oneline — una línea por commit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73152" cy="502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77240" y="960120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400" dirty="0"/>
          </a:p>
        </p:txBody>
      </p:sp>
      <p:pic>
        <p:nvPicPr>
          <p:cNvPr id="8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72768"/>
            <a:ext cx="11091672" cy="28254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626864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49808" y="4690872"/>
            <a:ext cx="10689336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7 caracteres del inicio de cada línea (1cd8f5a, 448751c…) son el hash abreviado. Los usarás en git show, git revert y git reset.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5541264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→ main: estás en la rama main y en el commit más reciente.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restore — descartar cambios de un archivo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380645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modificas un archivo y no quieres esos cambios, puedes volver al estado del último commit.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19072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73152" cy="502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810512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hola.txt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348886"/>
            <a:ext cx="5148072" cy="2560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054765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git diff muestra las líneas nuevas (+).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git restore hola.txt.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volver a ejecutar git diff, no sale nada  →  el archivo ha vuelto al estado del último commit.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6197765"/>
            <a:ext cx="11091672" cy="59436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749808" y="6261773"/>
            <a:ext cx="10689336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CUIDADO: git restore borra cambios no guardados en commits. Si te importan, haz commit antes.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restore --staged — sacar del staging sin borrar cambios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 cuando has hecho git add por error: saca el archivo del staging, pero los cambios en el archivo se mantienen.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64792"/>
            <a:ext cx="11091672" cy="804672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764792"/>
            <a:ext cx="73152" cy="804672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856232"/>
            <a:ext cx="1077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hasta-luego.txt           # Lo metes en staging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--staged hasta-luego.txt  # Te arrepientes y lo sacas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052" y="2752344"/>
            <a:ext cx="4498848" cy="2743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696712"/>
            <a:ext cx="11091672" cy="65836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49808" y="5760720"/>
            <a:ext cx="10689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Truco mental:    restore --staged = "saca de la bandeja"     restore (sin --staged) = "deshaz cambios del archivo"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Volver a una versión anterior — ¿qué quiero exactamente?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actuar, hazte esta pregunta: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48556" y="1417320"/>
            <a:ext cx="3291840" cy="640080"/>
          </a:xfrm>
          <a:prstGeom prst="roundRect">
            <a:avLst/>
          </a:prstGeom>
          <a:solidFill>
            <a:srgbClr val="E8EAF6"/>
          </a:solidFill>
          <a:ln w="254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448556" y="1417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necesitas?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200400" cy="658368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21792" y="2167128"/>
            <a:ext cx="3054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qué cambió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commit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3200400" cy="713232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0080" y="2990088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 &lt;hash&gt;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69080" y="2167128"/>
            <a:ext cx="3200400" cy="658368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142232" y="2167128"/>
            <a:ext cx="3054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 un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concreto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69080" y="2990088"/>
            <a:ext cx="3200400" cy="713232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160520" y="2990088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--source=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&lt;hash&gt; archivo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2167128"/>
            <a:ext cx="3200400" cy="658368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662672" y="2167128"/>
            <a:ext cx="3054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Deshacer un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entero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89520" y="2990088"/>
            <a:ext cx="3200400" cy="713232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680960" y="2990088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5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¿Ya lo has subido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F51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GitHub?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0" y="3858768"/>
            <a:ext cx="3200400" cy="5943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680960" y="385876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 →  git revert  (conserva historial)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0" y="4544568"/>
            <a:ext cx="3200400" cy="5943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680960" y="454456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 →  git reset  (puede borrar historial)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58968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548640" y="5458968"/>
            <a:ext cx="73152" cy="502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77240" y="5550408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  # Siempre el primer paso: ver qué commits tienes y sus hashes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qué cambió un commit: git show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deshacer nada, conviene ver exactamente qué hizo ese commit. Mientras solo ejecutas git show, no cambias nada en el proyecto.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64792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764792"/>
            <a:ext cx="73152" cy="502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856232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 58fbc71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2450592"/>
            <a:ext cx="5559552" cy="2834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468112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líneas con  +  son lo que ese commit añadió.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líneas con  —  son lo que eliminó.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es una consulta — el proyecto no cambia.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A — Recuperar un archivo a como estaba antes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4980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 cuando un archivo concreto ha empeorado y quieres recuperarlo a una versión anterior, sin tocar el resto del proyecto ni el historial.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804672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73152" cy="804672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77163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--source=58fbc71 llibres.txt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llibres.txt    # Comprueba el resultado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316" y="2770632"/>
            <a:ext cx="7132320" cy="21031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056632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archivo queda exactamente como estaba en ese commit.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 lo muestra como modified — el historial NO ha cambiado.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guardarlo definitivamente: git add + git commit después.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NO deshace el commit — solo trae una versión antigua del archivo a tu carpeta.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B — Deshacer un commit completo: git revert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revert crea un commit nuevo que deshace exactamente los cambios de un commit anterior. No borra nada del historial: es la opción más segura.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91672" cy="502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73152" cy="502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901952"/>
            <a:ext cx="1077163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1cd8f5a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2496312"/>
            <a:ext cx="5751576" cy="2377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056632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genera el mensaje del commit de reversión automáticamente.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commit original sigue en el historial, neutralizado.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Úsalo siempre que hayas subido el repo a GitHub o haya más personas. No reescribe el historial.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C — git reset: situación de partida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64626"/>
            <a:ext cx="11091672" cy="80467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1128634"/>
            <a:ext cx="106893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reset mueve HEAD hacia atrás en el historial. Más potente que revert: borra commits como si nunca hubieran existido. Solo para repos locales que nadie más ha visto.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52178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ejemplos (--soft, --mixed, --hard) parten del mismo repo con estos 3 commits:</a:t>
            </a:r>
            <a:endParaRPr lang="en-US" sz="1600" dirty="0"/>
          </a:p>
        </p:txBody>
      </p:sp>
      <p:pic>
        <p:nvPicPr>
          <p:cNvPr id="8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28250"/>
            <a:ext cx="11091672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5115418"/>
            <a:ext cx="110916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commit más reciente («Corregeix majuscules del titol») es el que va a desaparecer con el reset. Lo que cambia entre las tres variantes: ¿adónde van sus cambios?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reset --soft — cambios en staging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commit desaparece, pero Git deja los cambios ya preparados para el siguiente commit — como si ya hubieras hecho git add. Solo falta git commit.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91672" cy="1078992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73152" cy="9601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901952"/>
            <a:ext cx="107716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--soft HEAD~1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continuación puedes hacer directamente: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"mensaje correcto"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648" y="2953512"/>
            <a:ext cx="6391656" cy="2468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605272"/>
            <a:ext cx="11091672" cy="658368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49808" y="5669280"/>
            <a:ext cx="10689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 --short muestra  "M  llibres.txt"  — la M está en la zona de staging. No hace falta git add.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reset --mixed — cambios en el escritorio (opción por defecto)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commit desaparece y los cambios vuelven al archivo, pero Git NO los prepara para el siguiente commit. Es como si nunca hubieras hecho git add.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91672" cy="12801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73152" cy="109728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901952"/>
            <a:ext cx="107716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HEAD~1      # --mixed es el comportamiento por defecto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continuación necesitas: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llibres.txt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"mensaje"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308" y="3063240"/>
            <a:ext cx="5111496" cy="2468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742432"/>
            <a:ext cx="1109167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avisa: "Unstaged changes after reset".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 --short muestra  " M llibres.txt"  — la M está en la zona de trabajo (fuera de staging).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 con --soft: necesitas git add antes de poder hacer commit. Con --soft no.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reset --hard — cambios borrados definitivamente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commit desaparece Y los cambios se borran definitivamente. El proyecto vuelve exactamente al estado del commit anterior. Sin vuelta atrás.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10512"/>
            <a:ext cx="11091672" cy="749808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73152" cy="74980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901952"/>
            <a:ext cx="107716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--hard HEAD~1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 responde: HEAD is now at &lt;hash&gt; &lt;mensaje&gt;</a:t>
            </a:r>
            <a:endParaRPr lang="en-US" sz="1400" dirty="0"/>
          </a:p>
        </p:txBody>
      </p:sp>
      <p:pic>
        <p:nvPicPr>
          <p:cNvPr id="10" name="Image 0" descr="[object Objec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60" y="2743200"/>
            <a:ext cx="4828032" cy="2743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566928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log pasa de 3 a 2 commits.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llibres.txt muestra el archivo sin la corrección de mayúsculas — ese cambio ha desaparecido.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papelera ni deshacer. Úsalo solo si estás completamente seguro.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reset — comparativa de las tres variantes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única pregunta que importa: ¿adónde van los cambios del commit eliminado?</a:t>
            </a:r>
            <a:endParaRPr lang="en-US" sz="1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1672" cy="3291840"/>
        </p:xfrm>
        <a:graphic>
          <a:graphicData uri="http://schemas.openxmlformats.org/drawingml/2006/table">
            <a:tbl>
              <a:tblPr/>
              <a:tblGrid>
                <a:gridCol w="1441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0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0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65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¿Adónde van los cambios?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status muestra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Siguiente paso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¿Recuperable?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--soft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Staging (listos para commit)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 archivo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 en zona staging)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commit directamente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--mixed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Escritorio de trabajo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 archivo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 en zona trabajo)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add + git commit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--hard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borran definitivamente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(nada)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102352"/>
            <a:ext cx="11091672" cy="74980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749808" y="5166360"/>
            <a:ext cx="10689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práctica: si el repo solo es tuyo y es local  →  git reset.  Si ya lo has subido o hay más gente  →  git revert.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 — archivos que no queremos guardar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5836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49808" y="932688"/>
            <a:ext cx="10689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archivo .gitignore le dice a Git qué archivos o carpetas debe ignorar aunque estén en la carpeta del proyecto.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010729" cy="3564488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73152" cy="32918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4690689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Archivos de log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Compilación Java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/target/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/out/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*.class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IntelliJ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.idea/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*.iml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Credenciales — NUNCA subir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secrets.txt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42249" y="1691640"/>
            <a:ext cx="5898063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925129" y="1691640"/>
            <a:ext cx="5532303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Sintaxis de patrones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42249" y="2267712"/>
            <a:ext cx="5898063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*.log  →  cualquier archivo que acabe en .log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/tmp/  →  carpeta tmp en la raíz del repo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.idea/  →  carpeta de configuración de IntelliJ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secrets.txt  →  archivo concreto por nombre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18245" y="4005072"/>
            <a:ext cx="5612736" cy="749808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335485" y="4069080"/>
            <a:ext cx="50943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afecta a lo que aún no está en el historial. Si ya fue commiteado, git rm --cached &lt;archivo&gt; es necesario.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7971" y="5535856"/>
            <a:ext cx="11091672" cy="65836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59139" y="5599864"/>
            <a:ext cx="106893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gitignore.io genera un .gitignore completo para tu tipo de proyecto (Java, Node, Python…) con un clic.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rápida — todos los comandos esenciales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Introducción a Git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11091672" cy="5074920"/>
        </p:xfrm>
        <a:graphic>
          <a:graphicData uri="http://schemas.openxmlformats.org/drawingml/2006/table">
            <a:tbl>
              <a:tblPr/>
              <a:tblGrid>
                <a:gridCol w="5767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4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Inicializar un repositorio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init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 el estado del repo y los archivos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status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 qué cambió línea a línea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diff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Añadir un archivo al staging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add &lt;archivo&gt;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Guardar un commit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commit -m "mensaje"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 el historial (resumido)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log --oneline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Descartar cambios de un archivo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restore &lt;archivo&gt;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Sacar un archivo del staging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restore --staged &lt;archivo&gt;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 qué hizo un commit concreto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show &lt;hash&gt;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Recuperar un archivo a una versión anterior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restore --source=&lt;hash&gt; &lt;archivo&gt;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Deshacer un commit (seguro, conserva historial)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revert &lt;hash&gt;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Deshacer commit, cambios en staging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reset --soft HEAD~1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Deshacer commit, cambios en escritorio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reset HEAD~1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Deshacer commit y borrar cambios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reset --hard HEAD~1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3327</Words>
  <Application>Microsoft Office PowerPoint</Application>
  <PresentationFormat>Panorámica</PresentationFormat>
  <Paragraphs>416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3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VENTURA EDO, AITOR</cp:lastModifiedBy>
  <cp:revision>2</cp:revision>
  <dcterms:created xsi:type="dcterms:W3CDTF">2026-06-26T20:33:59Z</dcterms:created>
  <dcterms:modified xsi:type="dcterms:W3CDTF">2026-06-26T20:41:26Z</dcterms:modified>
</cp:coreProperties>
</file>