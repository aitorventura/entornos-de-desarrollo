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4: OPTIMIZACIÓN Y DOCUMENTACIÓN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código: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y tipos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Global · Independiente · Dependiente de la máquina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clave: qué es la optimización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4: Optimización y Documentación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optimización de código consiste en mejorar un programa para que vaya más rápido o consuma menos recursos, sin cambiar lo que hace.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programa hace exactamente lo mismo que antes — mismos resultados, misma funcionalidad — pero lo hace mejor: evita trabajo innecesario, repite menos operaciones o usa los recursos con más cuidado.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4320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Optimizar ≠ cambiar la lógica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36499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tras «optimizar» el programa devuelve resultados distintos, no has optimizado: has cambiado el comportamiento. Eso es un cambio de lógica, no una mejora de rendimiento.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279392"/>
            <a:ext cx="5431536" cy="1188720"/>
          </a:xfrm>
          <a:prstGeom prst="roundRect">
            <a:avLst/>
          </a:prstGeom>
          <a:solidFill>
            <a:srgbClr val="FFEBEE"/>
          </a:solidFill>
          <a:ln w="15240">
            <a:solidFill>
              <a:srgbClr val="E53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370832"/>
            <a:ext cx="51572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Cambia el resultado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es optimización,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es cambio de lógica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8776" y="4279392"/>
            <a:ext cx="5431536" cy="11887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388E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4370832"/>
            <a:ext cx="51572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Mismo resultado, mejor rendimiento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Esto sí es optimización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vale la pena optimizar?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4: Optimización y Documentación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 código necesita optimización. Hacerlo antes de tiempo puede dificultar la lectura sin ningún beneficio. La pregunta clave: ¿hay un problema real que los usuarios notan?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31536" cy="3840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la pena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39696"/>
            <a:ext cx="54315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programa tarda demasiado y los usuarios lo notan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operaciones que se repiten miles de veces (bucles grandes, búsquedas frecuentes)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usan más recursos de los necesarios (memoria, consultas a la BD)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08776" y="1645920"/>
            <a:ext cx="5431536" cy="3840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5936" y="1645920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vale la pena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08776" y="2139696"/>
            <a:ext cx="543153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programa ya va bien y los usuarios no se quejan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«mejora» haría el código mucho más difícil de entender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has medido primero: sin medir, no sabes si hay problema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11091672" cy="658368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50208"/>
            <a:ext cx="10634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 antes de cambiar: sin medición, optimizar es una suposición. Ejecuta el código, anota el tiempo, aplica el cambio y vuelve a medir.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recomendado de optimización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4: Optimización y Documentación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925726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183428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Detectar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real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28646" y="86868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40126" y="868680"/>
            <a:ext cx="1925726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5846" y="914400"/>
            <a:ext cx="183428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Localizar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está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20133" y="86868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31613" y="868680"/>
            <a:ext cx="1925726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7333" y="914400"/>
            <a:ext cx="183428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Aplicar un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pequeño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11619" y="86868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23099" y="868680"/>
            <a:ext cx="1925726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8819" y="914400"/>
            <a:ext cx="183428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Verificar que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sigue funcionando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03106" y="86868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714586" y="868680"/>
            <a:ext cx="1925726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60306" y="914400"/>
            <a:ext cx="183428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Medir 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214884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14884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importa cada paso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2770632"/>
            <a:ext cx="1109167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y localizar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no siempre está donde parece. Un programa lento puede tener el cuello de botella en un único método.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cambio pequeño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cambies varias cosas a la vez. Si cambias tres y mejora, no sabes cuál fue la responsable.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optimización que rompe algo no vale nada.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y comparar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hay diferencia en los números, el cambio no ha servido.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6108192"/>
            <a:ext cx="11091672" cy="56692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6181344"/>
            <a:ext cx="10634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es exactamente lo que harás en la Actividad 4.1: mides, cambias una cosa, vuelves a medir.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optimización: clasificación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4: Optimización y Documentación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optimizaciones se clasifican según dos preguntas independientes entre sí. La mayoría de las que escribes en código son independientes de la máquina.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4214835"/>
                <a:gridCol w="3438418"/>
                <a:gridCol w="3438418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Pregunta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Respuesta 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Respuesta 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parte del código afecta?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un fragmento → Local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sistema como conjunto → Global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¿Depende del entorno donde corre?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→ Independiente de la máquina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 → Dependiente de la máquina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88620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88620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Importante: son dos ejes distintos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4507992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optimización puede ser local e independiente (lo más habitual en el día a día).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global e independiente (por ejemplo, paginación: afecta al diseño del sistema, pero el beneficio está en el código).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dependientes de la máquina son territorio de administración de sistemas, no de desarrollo.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local: salida temprana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4: Optimización y Documentación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optimización local mejora un fragmento concreto (un método, un bucle) sin cambiar la estructura general. Ejemplo: buscas el primer administrador en una lista de 50.000 roles. Está en la posición 3.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31536" cy="3840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optimizar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08776" y="1691640"/>
            <a:ext cx="5431536" cy="3840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5936" y="1691640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Optimizado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167128"/>
            <a:ext cx="5431536" cy="20116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67128"/>
            <a:ext cx="64008" cy="201168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258568"/>
            <a:ext cx="50657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encontrado = false;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(String rol : roles)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("ADMIN".equals(rol))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encontrado = true;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sigue con 49.997 más...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encontrado;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08776" y="2167128"/>
            <a:ext cx="5431536" cy="20116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08776" y="2167128"/>
            <a:ext cx="64008" cy="201168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2258568"/>
            <a:ext cx="50657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(String rol : roles)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("ADMIN".equals(rol))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sale en cuanto lo encuentra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false;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61688"/>
            <a:ext cx="11091672" cy="594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34840"/>
            <a:ext cx="106344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 es idéntico. La diferencia: sin optimizar el bucle hace 50.000 iteraciones. Optimizado, hace 3.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local: cerrar recursos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4: Optimización y Documentación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abres un fichero o una conexión y no la cierras, el sistema sigue reservando memoria para ella aunque ya no la uses. Esto se acumula y acaba ralentizando el programa en ejecuciones largas.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Solución: try-with-resources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11091672" cy="2468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13432"/>
            <a:ext cx="64008" cy="246888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404872"/>
            <a:ext cx="1072591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int contarLineas(String ruta) throws IOException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contador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try-with-resources cierra el fichero automáticamente al salir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del bloque, aunque se produzca un error durante la lectura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(BufferedReader br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new BufferedReader(new FileReader(ruta)))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(br.readLine() != null)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contador++;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contador;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010912"/>
            <a:ext cx="11091672" cy="594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084064"/>
            <a:ext cx="106344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 no cambia. Lo que cambia es que el programa no acumula recursos abiertos que eventualmente provocarían un fallo.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global: paginación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4: Optimización y Documentación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optimización global cambia el diseño de cómo el programa accede a los datos. La señal más habitual: el programa hace mucho trabajo antes de mostrar cualquier resultado.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Situación: tienes 10.000 productos y el usuario solo ve 20 en pantalla.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76272"/>
            <a:ext cx="5431536" cy="3840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76272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optimizar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8776" y="2176272"/>
            <a:ext cx="5431536" cy="3840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5936" y="2176272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Optimizado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670048"/>
            <a:ext cx="5248656" cy="411480"/>
          </a:xfrm>
          <a:prstGeom prst="roundRect">
            <a:avLst/>
          </a:prstGeom>
          <a:solidFill>
            <a:srgbClr val="FFCCBC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06624"/>
            <a:ext cx="5157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145536"/>
            <a:ext cx="5248656" cy="41148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82112"/>
            <a:ext cx="5157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Carga 10.000 registros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21024"/>
            <a:ext cx="5248656" cy="411480"/>
          </a:xfrm>
          <a:prstGeom prst="roundRect">
            <a:avLst/>
          </a:prstGeom>
          <a:solidFill>
            <a:srgbClr val="FFCCBC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57600"/>
            <a:ext cx="5157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096512"/>
            <a:ext cx="5248656" cy="41148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133088"/>
            <a:ext cx="5157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Devuelve 10.000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5248656" cy="411480"/>
          </a:xfrm>
          <a:prstGeom prst="roundRect">
            <a:avLst/>
          </a:prstGeom>
          <a:solidFill>
            <a:srgbClr val="FFCCBC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608576"/>
            <a:ext cx="5157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solo 20 al usuario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0216" y="2670048"/>
            <a:ext cx="5248656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2706624"/>
            <a:ext cx="5157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0216" y="3145536"/>
            <a:ext cx="5248656" cy="41148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3182112"/>
            <a:ext cx="5157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Pide solo 20 registros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0216" y="3621024"/>
            <a:ext cx="5248656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3657600"/>
            <a:ext cx="5157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0216" y="4096512"/>
            <a:ext cx="5248656" cy="41148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4133088"/>
            <a:ext cx="5157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Devuelve 20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0216" y="4572000"/>
            <a:ext cx="5248656" cy="4114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4608576"/>
            <a:ext cx="5157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20 al usuario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276088"/>
            <a:ext cx="11091672" cy="65836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349240"/>
            <a:ext cx="10634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mejora consiste en pedirle al origen de datos solo los elementos que se van a mostrar. El resultado para el usuario es el mismo; el trabajo del programa es radicalmente distinto.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global: caché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4: Optimización y Documentación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Situación: un método devuelve la lista de provincias de España. Esa lista no cambia nunca. Si la consultas a la base de datos cada vez que alguien abre la pantalla, estás repitiendo trabajo innecesario.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Solución: caché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32304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el resultado la primera vez y devuélvelo directamente en las siguientes peticiones, sin volver a consultar. A esto se le llama caché: una copia temporal de un resultado ya calculado.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364992"/>
            <a:ext cx="5431536" cy="123444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38144"/>
            <a:ext cx="51572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1ª petición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consulta la BD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guarda en caché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devuelve resultado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08776" y="3364992"/>
            <a:ext cx="5431536" cy="123444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388E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5936" y="3438144"/>
            <a:ext cx="51572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Siguientes peticiones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devuelve desde caché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sin consultar la BD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mucho más rápido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28032"/>
            <a:ext cx="11091672" cy="749808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901184"/>
            <a:ext cx="10634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caché tiene trampa: funciona bien cuando los datos cambian poco o nunca. Si cambian con frecuencia, necesitas decidir cuándo la copia queda obsoleta. Usarla sin pensar puede mostrar información desactualizada.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independiente de la máquina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4: Optimización y Documentación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a: ¿el efecto de la mejora depende de la máquina donde corre el programa?  Una optimización es independiente cuando la mejora está en el código, no en el hardware.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cambias la lógica de un bucle, añades una salida temprana o introduces paginación, el beneficio funciona igual en un portátil de clase que en un servidor de producción con 128 GB de RAM.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8892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 de clasificación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265676" y="3410712"/>
            <a:ext cx="365760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5676" y="341071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en el código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99916" y="4096512"/>
            <a:ext cx="4389120" cy="502920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99916" y="409651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efecto depende del entorno donde corre?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4873752"/>
            <a:ext cx="4114800" cy="6858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87375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Independiente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igual en cualquier máquina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91272" y="4873752"/>
            <a:ext cx="4114800" cy="6858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6992" y="487375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→ Dependiente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efecto varía según el entorno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46177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62872" y="46177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833872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ejemplos anteriores (salida temprana, try-with-resources, paginación, caché) son independientes de la máquina.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dependiente de la máquina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4: Optimización y Documentación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optimización es dependiente cuando la mejora no está en el código sino en el entorno donde corre: más memoria, mejor configuración del servidor, ajustes del sistema operativo.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31536" cy="3840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de la JVM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08776" y="1691640"/>
            <a:ext cx="5431536" cy="3840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5936" y="1691640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Compilador JIT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212848"/>
            <a:ext cx="543153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JVM (Java Virtual Machine) tiene asignada una cantidad máxima de memoria.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se acerca al límite, el recolector de basura se activa con mucha frecuencia y ralentiza el programa.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Aumentar esa memoria mejora el rendimiento sin tocar una sola línea de código.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efecto depende de cuánta memoria tenga la máquina.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08776" y="2212848"/>
            <a:ext cx="543153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compilador JIT (Just-In-Time) detecta qué métodos se usan más y los optimiza sobre la marcha.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primeras ejecuciones son más lentas: el JIT todavía no ha optimizado nada.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la segunda o tercera ejecución, el rendimiento mejora notablemente.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mides tiempos, las primeras mediciones pueden ser menos representativas.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44568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617720"/>
            <a:ext cx="10634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cambiar la configuración del servidor o pedir más hardware, agota primero las mejoras de código. Suelen tener más impacto, no cuestan dinero y funcionan en cualquier entorno.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los tipos de optimización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4: Optimización y Documentación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11091672" cy="914400"/>
        </p:xfrm>
        <a:graphic>
          <a:graphicData uri="http://schemas.openxmlformats.org/drawingml/2006/table">
            <a:tbl>
              <a:tblPr/>
              <a:tblGrid>
                <a:gridCol w="1996501"/>
                <a:gridCol w="2772918"/>
                <a:gridCol w="2440168"/>
                <a:gridCol w="3882085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Alcance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 del entorno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fragmento concreto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Salida temprana, cerrar recursos, evitar recálculo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sistema como conjunto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Paginación, caché, reducir datos cargados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Independiente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o global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Cualquier mejora que está en el código, no en el servidor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Dependiente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Infraestructura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Más memoria JVM, configurar servidor, ajustar contenedor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34840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507992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más habitual en la práctica: optimizaciones locales e independientes. Mejoras pequeñas en el código que funcionan en cualquier entorno. Las globales aparecen cuando el diseño del acceso a datos es el problema. Las dependientes de la máquina son territorio de sistemas, no de desarrollo.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Entornos de Desarrollo</cp:lastModifiedBy>
  <cp:revision>1</cp:revision>
  <dcterms:created xsi:type="dcterms:W3CDTF">2026-06-25T11:36:52Z</dcterms:created>
  <dcterms:modified xsi:type="dcterms:W3CDTF">2026-06-25T11:36:52Z</dcterms:modified>
</cp:coreProperties>
</file>