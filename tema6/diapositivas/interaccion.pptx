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6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interacción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y comunicación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interacción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Muestran cómo se comunican los objetos de un sistema al ejecutar una operación o proceso.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dos tipos principales, y los dos representan lo mismo desde ángulos diferentes: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2331720"/>
        </p:xfrm>
        <a:graphic>
          <a:graphicData uri="http://schemas.openxmlformats.org/drawingml/2006/table">
            <a:tbl>
              <a:tblPr/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Énfasis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Secuencia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ORDEN CRONOLÓGICO de los mensajes: quién llama a quién y cuándo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RELACIONES entre los objetos y el flujo de control: quién está conectado con quién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0056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42554" y="5093208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que más importa es el orden exacto de los pasos → secuencia. Si lo que interesa es ver qué objetos están relacionados y cuánto tráfico hay entre ellos → comunicación. Al final veremos cómo pasar de uno a otro de forma mecánica.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secuencia: 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 vertical es el TIEMPO (de arriba abajo); el horizontal, los objetos que participan. Un inicio de sesión completo: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2120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23544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235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014984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062472" y="2331720"/>
            <a:ext cx="128016" cy="28803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0085832" y="3063240"/>
            <a:ext cx="128016" cy="8686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103120" y="2331720"/>
            <a:ext cx="395935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528316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iniciarSesion(usuario, clave)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0488" y="3063240"/>
            <a:ext cx="389534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comprobarCredenciales(...)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6190488" y="3931920"/>
            <a:ext cx="389534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1323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correctas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2103120" y="5029200"/>
            <a:ext cx="395935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528316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mostrarPantallaPrincipal()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1672" cy="53035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77240" y="5971032"/>
            <a:ext cx="10634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web pregunta a la BD y ESPERA (su barra sigue abierta); la BD responde con flecha discontinua; solo entonces la web responde al usuario.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Secuencia: objetos, línea de vida y activación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6576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3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dibuja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entidad que interactúa: instancias de clases, actores externos o el propio sistema.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Rectángulo en la parte superior, alineados en horizontal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vida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existencia del objeto a lo largo del tiempo.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vertical DISCONTINUA que baja desde el objeto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objeto está ocupado procesando una acción en ese momento.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Barra rectangular estrecha sobre la línea de vida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276088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77240" y="5299415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 de lectura: mientras la barra de activación de un objeto esté abierta, ese objeto está trabajando (o esperando una respuesta que necesita para seguir).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objeto y activación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un objeto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el elemento UML - Object de la paleta UML: el rectángulo con el nombre subrayado.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2606040"/>
            <a:ext cx="1554480" cy="135331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C:/Users/Aitor/Documents/apuntes-profe/entornos-de-desarrollo/docs/tema6/img/secuencia-lifeline-pal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28" y="2313432"/>
            <a:ext cx="3210664" cy="27951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8150" y="5464193"/>
            <a:ext cx="31397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línea de vida (objeto) en la paleta UML de DIA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400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activación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63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el elemento de activación de la paleta UML: la barra rectangular.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2606040"/>
            <a:ext cx="1737360" cy="133502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C:/Users/Aitor/Documents/apuntes-profe/entornos-de-desarrollo/docs/tema6/img/secuencia-activacion-canv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210" y="2261180"/>
            <a:ext cx="3513820" cy="27000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5199" y="5306133"/>
            <a:ext cx="3011922" cy="822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activación sobre la línea de vida en DIA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configurar la línea de vida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 barra de activación: doble clic sobre la línea de vida → "Dibujar foco de control" → No.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Puntos de conexión muy separados: clic derecho sobre la línea → "Reducir la distancia entre los puntos de conexión".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926080"/>
            <a:ext cx="4206240" cy="263347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dia-lifeline-foco-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26080"/>
            <a:ext cx="4206240" cy="263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586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 "Dibujar foco de control" en las propiedades de la línea de vida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3291840"/>
            <a:ext cx="5120640" cy="221284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C:/Users/Aitor/Documents/apuntes-profe/entornos-de-desarrollo/docs/tema6/img/dia-lifeline-reducir-dis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291840"/>
            <a:ext cx="5120640" cy="2212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532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contextual para reducir la distancia entre puntos de conexión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Secuencia: tipos de mensaje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3968496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Síncrono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llama se detiene hasta recibir respuesta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Asíncrono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llama continúa sin esperar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el resultado; línea discontinua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 un objeto nuevo (equivale al constructor)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Destrucción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Destruir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un objeto; ✕ al final de su línea de vida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Automensaje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 a otro método del mismo objeto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77240" y="523951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de creación siempre apunta a un OBJETO, nunca a una clase. Y el objeto creado aparece a la altura de su creación, no arriba con los que existen desde el principio.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tipos de mensaje (I)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Dibuja la flecha con la herramienta de mensajes de la paleta UML y haz doble clic sobre ella: en "Tipo de mensaje" eliges el que necesites.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66160" cy="2423160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secuencia-mensaje-llam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3566160" cy="2423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07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mensaje. El tipo por defecto es "Llamada" (síncrono)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2057400"/>
            <a:ext cx="2423160" cy="241401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C:/Users/Aitor/Documents/apuntes-profe/entornos-de-desarrollo/docs/tema6/img/secuencia-mensaje-si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57400"/>
            <a:ext cx="2423160" cy="24140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4988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"Simple": el emisor no espera respuesta (asíncrono)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60920" y="2057400"/>
            <a:ext cx="2404872" cy="236829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C:/Users/Aitor/Documents/apuntes-profe/entornos-de-desarrollo/docs/tema6/img/secuencia-mensaje-vol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057400"/>
            <a:ext cx="2404872" cy="23682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4453128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"Volver": discontinua con flecha, es la respuesta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tipos de mensaje (II)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Los mismos pasos sirven para creación y automensajes: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2103120"/>
            <a:ext cx="3246120" cy="318211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secuencia-mensaje-cr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103120"/>
            <a:ext cx="3246120" cy="3182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53126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"Crear": instancia un objeto nuevo junto al extremo receptor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103120"/>
            <a:ext cx="3611880" cy="316382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C:/Users/Aitor/Documents/apuntes-profe/entornos-de-desarrollo/docs/tema6/img/secuencia-mensaje-recurs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103120"/>
            <a:ext cx="3611880" cy="31638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29437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"Recursiva": la flecha sale y vuelve al mismo objeto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marca de destrucción (✕)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Doble clic sobre la línea de vida del objeto → "Dibujar marca de destrucción" → Sí.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mensaje que lo destruye debe ser de tipo Destruir.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514600"/>
            <a:ext cx="4023360" cy="248716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dia-lifeline-destru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14600"/>
            <a:ext cx="4023360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"Dibujar marca de destrucción" en la línea de vida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514600"/>
            <a:ext cx="4023360" cy="250545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C:/Users/Aitor/Documents/apuntes-profe/entornos-de-desarrollo/docs/tema6/img/dia-mensaje-destru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514600"/>
            <a:ext cx="4023360" cy="2505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047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"Destruir": la flecha apunta al objeto que desaparece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tipos de mensaje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880360" y="1097280"/>
            <a:ext cx="6400800" cy="470001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C:/Users/Aitor/Documents/apuntes-profe/entornos-de-desarrollo/docs/tema6/img/secuencia-tipos-resu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097280"/>
            <a:ext cx="6400800" cy="4700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6040" y="582472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llamada síncrona, retorno, autollamada, creación y destrucción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leído paso a paso: llamada telefónica</a:t>
            </a:r>
            <a:endParaRPr lang="en-US" sz="2300" dirty="0"/>
          </a:p>
        </p:txBody>
      </p:sp>
      <p:pic>
        <p:nvPicPr>
          <p:cNvPr id="4" name="Image 0" descr="C:/Users/Aitor/Documents/apuntes-profe/entornos-de-desarrollo/docs/tema6/img/secuencia-llamada-compl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5778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09728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Marcar Número(): el vendedor llama a la centralita; su activación se abre.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Dar Tonos(): la empresa responde con los tonos de espera.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Sonar Timbre(): a la vez, hace sonar el teléfono del abonado.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Descolgar(): el abonado responde.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Llamada Aceptada(): la empresa avisa al vendedor de que hay línea.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6. Vender Producto(): el vendedor habla DIRECTAMENTE con el abonado.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7. Colgar(): el vendedor termina la llamada.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interpretar, pregúntate en cada mensaje: ¿quién lo envía? ¿espera respuesta o continúa? ¿qué activaciones están abiertas?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lavadora (secuencia)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6675120" cy="485546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C:/Users/Aitor/Documents/apuntes-profe/entornos-de-desarrollo/docs/tema6/img/secuencia-lavadora-compl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97280"/>
            <a:ext cx="6675120" cy="4855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598017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programador coordina la válvula de agua, el tambor y la bomba de desagüe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comunicación: 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la comunicación entre objetos poniendo el acento en las RELACIONES y el flujo de control, no en el tiempo.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versiones antiguas de UML se llamaba "diagrama de colaboración".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960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secuencia y comunicación muestran LO MISMO (quién habla con quién). Cambia el enfoque — orden cronológico (secuencia) vs relaciones entre objetos (comunicación).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74320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Nodo de comunicación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objeto del sistema (mismo concepto que en secuencia)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recta entre dos objetos que se hablan. Es ÚNICO por pareja: cinco mensajes = un canal con cinco etiquetas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Mensaje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Flecha con etiqueta sobre el canal: número de orden + nombre de la operación + dirección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Comunicación: la numeración es el tiempo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no hay eje vertical: el orden se expresa SOLO con la numeración. Dos convenciones: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Numeración plana: 1:, 2:, 3:... en el orden global. Suficiente en diagramas pequeños.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Numeración jerárquica: los mensajes que ocurren DENTRO de la operación desencadenada por otro llevan su número como prefijo (2 → 2.1, 2.2).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1554480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3703320"/>
            <a:ext cx="155448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0" y="3703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69748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470916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675120" y="4709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3977640"/>
            <a:ext cx="1463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14884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5212080" y="297180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26280" y="289995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97764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600700" y="4170317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77240" y="55138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y 1.2 cuelgan del 1 porque ambas llamadas ocurren dentro de finalizarCompra(): sin el mensaje 1 no existirían. Si el usuario pidiera después la factura, ese nuevo mensaje sería el 2:.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mensajes en comunicación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la misma herramienta de mensajes que en secuencia (UML - Message).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Haz doble clic → elige "Llamada" u otro tipo según corresponda.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188720"/>
            <a:ext cx="3657600" cy="380390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comunicacion-lavad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88720"/>
            <a:ext cx="3657600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50200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conectados con canal y mensaje tipo "Llamada"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secuencia a comunicación (y vuelta)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39" y="1051560"/>
            <a:ext cx="1056411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Coloca los objetos donde quieras (ya no importa el eje del tiempo) y une con una línea cada pareja que se envíe al menos un mensaje: esos son los canales.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Copia cada mensaje sobre su canal, como flecha con el nombre de la operación.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Numera los mensajes en el orden en que ocurrían en el de secuencia.</a:t>
            </a:r>
            <a:endParaRPr lang="en-US" sz="1500" dirty="0"/>
          </a:p>
        </p:txBody>
      </p:sp>
      <p:pic>
        <p:nvPicPr>
          <p:cNvPr id="5" name="Image 0" descr="C:/Users/Aitor/Documents/apuntes-profe/entornos-de-desarrollo/docs/tema6/img/comunicacion-lavad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65" y="2439955"/>
            <a:ext cx="5129847" cy="37649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  <p:pic>
        <p:nvPicPr>
          <p:cNvPr id="9" name="Image 0" descr="C:/Users/Aitor/Documents/apuntes-profe/entornos-de-desarrollo/docs/tema6/img/secuencia-lavadora-completo.png">
            <a:extLst>
              <a:ext uri="{FF2B5EF4-FFF2-40B4-BE49-F238E27FC236}">
                <a16:creationId xmlns:a16="http://schemas.microsoft.com/office/drawing/2014/main" id="{121D0F3E-DA80-5C68-E9D1-FD2B64BC2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40" y="2416815"/>
            <a:ext cx="5392636" cy="39225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diagrama, dos vistas: secuencia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finalizarCompra() de antes, ahora completo: el tiempo avanza hacia abajo y se ve que Web espera la respuesta de Stock antes de hablar con Pago.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84632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/ Pago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89788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73836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833872" y="2468880"/>
            <a:ext cx="128016" cy="29260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9674352" y="2880360"/>
            <a:ext cx="128016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9674352" y="4160520"/>
            <a:ext cx="128016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057400" y="2468880"/>
            <a:ext cx="377647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4630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288036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5961888" y="365760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94944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61888" y="416052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85216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5961888" y="493776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94944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diagrama, dos vistas: comunicación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554480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155448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14300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75120" y="1143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315468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75120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2423160"/>
            <a:ext cx="1463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1488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5212080" y="141732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1924625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42316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551248" y="270625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hay eje temporal: se ven los objetos y sus canales; el orden queda solo en las etiquetas.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diferencia, de un vistazo: en SECUENCIA ves el orden temporal y cuánto tiempo está activo cada objeto. En COMUNICACIÓN ves las relaciones (quién habla con quién) y el orden se lee en las etiquetas 1, 1.1, 1.2.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1666</Words>
  <Application>Microsoft Office PowerPoint</Application>
  <PresentationFormat>Panorámica</PresentationFormat>
  <Paragraphs>188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2026-07-04T10:34:30Z</dcterms:created>
  <dcterms:modified xsi:type="dcterms:W3CDTF">2026-07-04T12:04:52Z</dcterms:modified>
</cp:coreProperties>
</file>