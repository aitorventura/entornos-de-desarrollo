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794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03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6: DIAGRAMAS DE COMPORTAMIENTO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estados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de vida de un objeto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¿Para qué sirve?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los distintos ESTADOS por los que puede pasar un objeto a lo largo de su vida, y qué eventos provocan el cambio de uno a otro.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Piensa en tu móvil: bloqueado, desbloqueado, en llamada, apagado... cada uno es una situación estable en la que se comporta distinto, y algo concreto (pulsar un botón, quedarse sin batería) lo hace saltar de una a otra.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11091672" cy="10972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3456432"/>
            <a:ext cx="10634472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clave: no todos los objetos necesitan un diagrama de estados — solo aquellos cuyo comportamiento cambia significativamente según su situación (un pedido no se comporta igual "pendiente" que "enviado" o "cancelado").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estados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Elementos del diagrama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042416" y="1499616"/>
            <a:ext cx="292608" cy="292608"/>
          </a:xfrm>
          <a:prstGeom prst="ellipse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828800" y="141732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inicial — círculo negro sólido, igual que en actividades. Punto de partida.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377440"/>
            <a:ext cx="1554480" cy="50292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224028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— rectángulo redondeado con el NOMBRE de la situación (sustantivo o adjetivo: "Pendiente", "Bloqueada").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Opcionalmente puede llevar acciones internas: entry (al entrar), do (mientras dura) y exit (al salir).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931920"/>
            <a:ext cx="137160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960120" y="3611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3703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Transición — flecha entre dos estados, etiquetada con lo que provoca el cambio.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24128" y="463600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1098194" y="4710074"/>
            <a:ext cx="181051" cy="181051"/>
          </a:xfrm>
          <a:prstGeom prst="ellipse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468880" y="45720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final — círculo con borde grueso: fin del ciclo de vida del objeto. Hay objetos sin final (un semáforo nunca termina).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estados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transición completa: evento [condición] / acción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371600" y="1188720"/>
            <a:ext cx="1828800" cy="64008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Cerrada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961120" y="1188720"/>
            <a:ext cx="1828800" cy="64008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961120" y="1188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Abierta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0" y="1508760"/>
            <a:ext cx="5760720" cy="0"/>
          </a:xfrm>
          <a:prstGeom prst="line">
            <a:avLst/>
          </a:prstGeom>
          <a:noFill/>
          <a:ln w="2540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200400" y="10515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pasarTarjeta() [tarjeta válida] / registrarAcceso()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428576"/>
              </p:ext>
            </p:extLst>
          </p:nvPr>
        </p:nvGraphicFramePr>
        <p:xfrm>
          <a:off x="548640" y="2162556"/>
          <a:ext cx="11091673" cy="2926080"/>
        </p:xfrm>
        <a:graphic>
          <a:graphicData uri="http://schemas.openxmlformats.org/drawingml/2006/table">
            <a:tbl>
              <a:tblPr/>
              <a:tblGrid>
                <a:gridCol w="1996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4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20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Obligatoria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significa aquí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pasarTarjeta(): lo que dispara el intento de cambio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[condición]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[tarjeta válida]: condición de guarda; si es falsa, NO hay transición y la puerta se queda como está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 acción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 registrarAcceso(): se ejecuta al realizarse la transición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486400"/>
            <a:ext cx="11091672" cy="7315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777240" y="5559552"/>
            <a:ext cx="106344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transiciones reflexivas apuntan al mismo estado de origen: sirven para ejecutar una acción sin cambiar de estado.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estados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pedido en una tienda online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49224" y="2066544"/>
            <a:ext cx="256032" cy="256032"/>
          </a:xfrm>
          <a:prstGeom prst="ellipse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32004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234440" y="1920240"/>
            <a:ext cx="1600200" cy="5486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234440" y="192024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34640" y="2194560"/>
            <a:ext cx="77724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674620" y="16642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pagar()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11880" y="1920240"/>
            <a:ext cx="1600200" cy="5486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611880" y="192024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Pagado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12080" y="2194560"/>
            <a:ext cx="77724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052060" y="16642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enviar()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1920240"/>
            <a:ext cx="1600200" cy="5486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989320" y="192024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89520" y="2194560"/>
            <a:ext cx="77724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7383780" y="16642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entregar()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66760" y="1920240"/>
            <a:ext cx="1600200" cy="5486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8366760" y="192024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Entregado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966960" y="2194560"/>
            <a:ext cx="64008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10634472" y="203911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10704424" y="2109064"/>
            <a:ext cx="170993" cy="170993"/>
          </a:xfrm>
          <a:prstGeom prst="ellipse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4206240" y="3657600"/>
            <a:ext cx="1737360" cy="54864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4206240" y="3657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Cancelado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034540" y="2468880"/>
            <a:ext cx="2537460" cy="118872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2194560" y="2926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cancelar()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11980" y="2468880"/>
            <a:ext cx="982980" cy="118872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5120640" y="2926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cancelar()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0" y="3931920"/>
            <a:ext cx="100584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6976872" y="377647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7046824" y="3846424"/>
            <a:ext cx="170993" cy="170993"/>
          </a:xfrm>
          <a:prstGeom prst="ellipse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548640" y="4754880"/>
            <a:ext cx="11091672" cy="1051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777240" y="4828032"/>
            <a:ext cx="10634472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nombres de los estados son adjetivos o participios, no acciones. Y fíjate: solo se puede cancelar desde Pendiente o Pagado — una vez enviado, ya no. Un diagrama de estados también documenta lo que NO se puede hacer.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estados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semáforo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060704" y="2272284"/>
            <a:ext cx="256032" cy="256032"/>
          </a:xfrm>
          <a:prstGeom prst="ellipse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325880" y="2400300"/>
            <a:ext cx="68580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011680" y="2103120"/>
            <a:ext cx="1645920" cy="59436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011680" y="21031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Rojo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0" y="2400300"/>
            <a:ext cx="128016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429000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temporizador()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2103120"/>
            <a:ext cx="1645920" cy="59436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937760" y="21031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2400300"/>
            <a:ext cx="128016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355080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temporizador()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2103120"/>
            <a:ext cx="1645920" cy="59436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863840" y="21031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Ámbar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0" y="2697480"/>
            <a:ext cx="0" cy="105156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 flipH="1">
            <a:off x="2834640" y="3749040"/>
            <a:ext cx="585216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 flipV="1">
            <a:off x="2834640" y="2697480"/>
            <a:ext cx="0" cy="105156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937760" y="3794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temporizador()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11091672" cy="10058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777240" y="4645152"/>
            <a:ext cx="1063447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estados y siempre el mismo ciclo: no hay condiciones de guarda (lo único que dispara cada transición es el temporizador) y no hay estado final, porque su ciclo no termina nunca.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estados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¿Actividad o estados? La confusión clásica</a:t>
            </a:r>
            <a:endParaRPr lang="en-US" sz="2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310896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Diagrama de actividades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Diagrama de estados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Describe el flujo de UN PROCESO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Describe el ciclo de vida de UN OBJETO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 cajas son acciones (verbos): "Validar datos"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 cajas son estados (sustantivos/adjetivos): "Pendiente"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 flechas son el orden de los pasos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 flechas son eventos que cambian el estado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69180"/>
            <a:ext cx="11091672" cy="8686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702595" y="4942332"/>
            <a:ext cx="1063447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rápida: escribe lo que pondrías dentro de una caja. ¿Es algo que se HACE? → actividad. ¿Es algo que se ES durante un tiempo? → estados.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estados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Dibujarlo en DIA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9167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elementos son casi los mismos que en el diagrama de actividades, así que ya conoces los iconos: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Estado inicial y final: el mismo círculo; para el final, doble clic → "Es final" → Sí.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Estado: el rectángulo redondeado (el mismo elemento que la actividad); escribe dentro el nombre del estado.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Transición: la flecha de la paleta UML. Doble clic sobre ella para escribir el disparador (evento), la guarda (condición) y la acción; DIA los compone como evento [condición] / acción.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663440"/>
            <a:ext cx="11091672" cy="8229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4736592"/>
            <a:ext cx="10634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esto ya puedes hacer las actividades del tema: interpretar diagramas dados y plantear los tuyos con la sintaxis completa.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estados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768</Words>
  <Application>Microsoft Office PowerPoint</Application>
  <PresentationFormat>Panorámica</PresentationFormat>
  <Paragraphs>83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Entornos de Desarrollo</dc:creator>
  <cp:lastModifiedBy>VENTURA EDO, AITOR</cp:lastModifiedBy>
  <cp:revision>2</cp:revision>
  <dcterms:created xsi:type="dcterms:W3CDTF">2026-07-04T10:31:18Z</dcterms:created>
  <dcterms:modified xsi:type="dcterms:W3CDTF">2026-07-04T10:57:54Z</dcterms:modified>
</cp:coreProperties>
</file>