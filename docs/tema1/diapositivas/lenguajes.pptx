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84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1: DESARROLLO DE SOFTWARE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Lenguajes de programación y paradigmas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 ·  Tipado  ·  Paradigmas  ·  Ecosistemas y estándares  ·  Elección del lenguaje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Criterios de clasificación — nivel de abstracción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nivel de abstracción indica qué tan lejos está el lenguaje del hardware. Analogía: programar en ensamblador es construir una silla especificando cada clavo y cada corte; programar en Python es pedirle la silla a un carpintero — tú describes lo que quieres y él resuelve los detalles.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3703320"/>
        </p:xfrm>
        <a:graphic>
          <a:graphicData uri="http://schemas.openxmlformats.org/drawingml/2006/table">
            <a:tbl>
              <a:tblPr/>
              <a:tblGrid>
                <a:gridCol w="1109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92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74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34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trabaja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se usa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 nivel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Directamente con registros y memoria del procesador. Control total y rendimiento máximo, pero exige conocer el hardware.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Ensamblador (cada instrucción ≈ una operación de la CPU)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Drivers, firmware de microcontroladores, partes críticas de 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Muy difícil de escribir, leer y mantener; un programa simple ocupa cientos de líneas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 nivel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Abstrae el hardware: escribes lógica y el compilador/intérprete la convierte en instrucciones. Código legible y portable entre sistemas.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Java, JavaScript, C#, Kotlin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Web, apps móviles, análisis de datos — casi todo el software de usuario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Cedes algo de control y rendimiento (irrelevante para la mayoría de proyectos)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95152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77240" y="5740872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C? Ocupa una posición intermedia: más legible que el ensamblador, pero con acceso directo a memoria y punteros. Por eso domina en sistemas operativos (Linux está escrito en C) y en dispositivos con pocos recursos.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Lenguajes de programación y paradigmas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Criterios de clasificación — propósito y dominio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445342"/>
              </p:ext>
            </p:extLst>
          </p:nvPr>
        </p:nvGraphicFramePr>
        <p:xfrm>
          <a:off x="548640" y="1051560"/>
          <a:ext cx="11091671" cy="2021169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6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Propósito general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Sirven para casi cualquier tipo de programa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Java, Python, C++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el proyecto no encaja en un dominio específico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 específico (DSL)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Diseñados para un problema concreto; no tienen sentido fuera de ese contexto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(bases de datos), HTML/CSS (web), MATLAB (cálculo numérico)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el problema encaja exactamente en su área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59064"/>
            <a:ext cx="11091672" cy="325037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31520" y="3196946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donde destaca cada lenguaje de propósito general</a:t>
            </a:r>
            <a:endParaRPr lang="en-US" sz="17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774262"/>
              </p:ext>
            </p:extLst>
          </p:nvPr>
        </p:nvGraphicFramePr>
        <p:xfrm>
          <a:off x="548640" y="3598935"/>
          <a:ext cx="11091673" cy="2864545"/>
        </p:xfrm>
        <a:graphic>
          <a:graphicData uri="http://schemas.openxmlformats.org/drawingml/2006/table">
            <a:tbl>
              <a:tblPr/>
              <a:tblGrid>
                <a:gridCol w="332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7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Lenguajes habituales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Sistemas operativos y drivers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C, C++, Rust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directo al hardware, sin VM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Aplicaciones web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JavaScript, PHP, Python, Java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Grandes ecosistemas de frameworks web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e inteligencia artificial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R, Julia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Librerías especializadas (NumPy, pandas, TensorFlow)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Aplicaciones móviles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Kotlin (Android), Swift (iOS)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Integración nativa con cada plataforma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Dispositivos embebidos e IoT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C, Rust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 consumo de memoria y energía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Lenguajes de programación y paradigmas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Tipado — cuándo se comprueban los tipos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tipo de dato define qué clase de valor almacena una variable y qué operaciones admite. Los lenguajes difieren en CUÁNDO comprueban los tipos — y eso afecta a cuántos errores detectas en compilación y cuántos llegan a producción.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3" cy="388620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7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7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Tipado estático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Tipado dinámico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se comprueba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 de ejecutar: el compilador revisa los tipos y no deja compilar si hay error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Mientras el programa se ejecuta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Java:  int resultado = edad + nombre;  → error en compilación: tipos incompatibles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Python:  x = 5  y luego  x = "hola"  — Python no protesta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Consecuencia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error aparece mientras desarrollas, no en manos del usuario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más corto y flexible, pero los errores de tipo pueden aparecer en producción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Lenguajes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Java, C, C++, Rust, Kotlin, TypeScript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JavaScript, Ruby, PHP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1" y="5867515"/>
            <a:ext cx="11091672" cy="64266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77240" y="5789188"/>
            <a:ext cx="1063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Inferencia de tipos: lenguajes estáticos que deducen el tipo según el valor asignado. Kotlin: val edad = 25 (sabe que es Int), val nombre = "Ana" (String). Código más limpio que Java clásico con las mismas garantías en </a:t>
            </a:r>
            <a:r>
              <a:rPr lang="en-US" sz="140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compilación</a:t>
            </a: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Lenguajes de programación y paradigmas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Tipado — cuánta libertad dan con los tipos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Estático/dinámico describe CUÁNDO se comprueban los tipos. Fuerte/débil describe CUÁNTO permite el lenguaje mezclarlos: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2194560"/>
        </p:xfrm>
        <a:graphic>
          <a:graphicData uri="http://schemas.openxmlformats.org/drawingml/2006/table">
            <a:tbl>
              <a:tblPr/>
              <a:tblGrid>
                <a:gridCol w="177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8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8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Fuerte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Débil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mezcla tipos sin conversión explícita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Convierte tipos automáticamente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Ventaja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Menos errores silenciosos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más corto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Más verboso al escribir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Resultados inesperados difíciles de detectar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Java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JavaScript, PHP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3856004"/>
            <a:ext cx="5394960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548640" y="3856004"/>
            <a:ext cx="73152" cy="10972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77240" y="3947444"/>
            <a:ext cx="4983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— fuerte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= "3" + 2        # TypeError inmediato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= int("3") + 2   # hay que ser explícito → 5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3856004"/>
            <a:ext cx="5330952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309360" y="3856004"/>
            <a:ext cx="73152" cy="10972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6537960" y="3947444"/>
            <a:ext cx="4919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JavaScript — débil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 + 2    // "32"  convierte el 2 a string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 - 2    // 1     aquí sí convierte "3" a número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+ 1   // 2     true se convierte en 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5641673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777240" y="5687393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Débil no significa malo, pero exige más cuidado. JavaScript priorizó la facilidad de uso en el navegador en sus primeros años; TypeScript nació precisamente para añadirle tipado estático encima.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Lenguajes de programación y paradigmas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Paradigmas de programación (I) — imperativo y POO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paradigma es una forma de pensar y organizar el código: un estilo, no una característica técnica. La mayoría de lenguajes modernos soportan varios a la vez (Java añadió elementos funcionales; Python es multiparadigma desde el principio).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Imperativo / Procedimental — describes CÓMO, paso a paso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766560" cy="10972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731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suma = 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10; i++) { suma += i; }   // acumula en cada iteración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printf("Suma: %d\n", suma);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0" y="25603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estilo más cercano a la CPU. Para algoritmos directos y lógica donde el orden importa. Lenguajes: C, Pascal — y presente en casi todos.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 a objetos (POO) — clases (moldes) y objetos (instancias) con estado propio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19"/>
            <a:ext cx="6766560" cy="2171269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3152" cy="15544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77240" y="4251960"/>
            <a:ext cx="6355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Coche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marca;  int velocidad;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acelerar(int inc) { velocidad += inc; }  // modifica su propio estado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Coche miCoche = new Coche();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miCoche.acelerar(50);   // solo afecta a miCoche, no a otros Coche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420624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modelar entidades con estado propio (usuarios, productos, vehículos). El paradigma dominante en software empresarial. Lenguajes: Java, C++, C#, Kotlin, Python.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Lenguajes de programación y paradigmas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Paradigmas de programación (II) — funcional y lógico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 — describes QUÉ quieres obtener, no cómo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766560" cy="1920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73152" cy="19202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6355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Imperativo: el cómo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pares = new ArrayList&lt;&gt;();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n : numeros) { if (n % 2 == 0) pares.add(n); 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Funcional (Java streams): el qué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pares = numeros.stream()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.filter(n -&gt; n % 2 == 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.collect(Collectors.toList());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0" y="155448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puras: mismo input → mismo output, sin modificar datos externos. Para transformación de datos y procesamiento paralelo; código más predecible.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Lenguajes: Haskell, Scala, Elixir — y streams en Java, map/filter/reduce en JS y Python.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Lógico — describes HECHOS y REGLAS; el motor deduce la respuesta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6766560" cy="12801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73152" cy="12801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6355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humano(socrates).          % hecho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humano(platon).            % hecho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mortal(X) :- humano(X).    % regla: todo humano es mortal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mortal(socrates).       % → true (sin bucles ni condiciones)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425196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sistemas expertos, IA clásica, problemas con restricciones (horarios, configuraciones). Lenguaje: Prolog. El menos común, pero conceptualmente muy distinto.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Lenguajes de programación y paradigmas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Paradigmas de programación (III) — eventos y reactivo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 a eventos — el programa espera; cuando ocurre algo, ejecuta el manejador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766560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73152" cy="11887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6355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Este código no hace nada hasta que el usuario haga clic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document.getElementById("boton").addEventListener("click", function()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alert("¡Botón pulsado!");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0" y="15544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programa no se ejecuta de arriba abajo: registra manejadores y queda a la espera (clic, mensaje, respuesta de red). Para interfaces gráficas y apps web. JavaScript en el navegador es el ejemplo más claro.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Reactivo — flujos de datos: te suscribes y recibes actualizaciones automáticas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6766560" cy="13716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73152" cy="13716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6355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Cada vez que el usuario escribe en el buscador,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 lanza una búsqueda automáticamente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busqueda$.subscribe(termino =&gt;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buscarResultados(termino);  // se ejecuta solo cuando cambia el valor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35204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Analogía: una hoja de cálculo — cambias una celda y las que dependen de ella se actualizan solas. Para datos en tiempo real: chats, monitorización, resultados en vivo. Es un estilo, no un lenguaje: lo verás en frameworks frontend de DAW/DAM.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77240" y="5257800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Resumen: imperativo = el CÓMO · POO = entidades con estado · funcional = el QUÉ · lógico = hechos y reglas · eventos = reaccionar a acciones · reactivo = suscribirse a cambios.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Lenguajes de programación y paradigmas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Ecosistemas y estándares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lenguajes evolucionan a través de organismos y procesos formales que garantizan que distintos compiladores e intérpretes se comporten igual. Sin estándar para C, el código compilado con gcc podría no funcionar con clang.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343400"/>
        </p:xfrm>
        <a:graphic>
          <a:graphicData uri="http://schemas.openxmlformats.org/drawingml/2006/table">
            <a:tbl>
              <a:tblPr/>
              <a:tblGrid>
                <a:gridCol w="133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9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Lenguaje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Organismo / proceso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regula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/ C++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 (International Organization for Standardization)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comportamiento de los compiladores. El estándar más usado hoy es C++20.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JavaScript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ECMA International → especificación ECMAScript (ES)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Sintaxis y comportamiento del lenguaje. ECMAScript es el nombre formal del estándar; cada año sale versión nueva (ES2015, ES2022…).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PEPs (Python Enhancement Proposals)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Propuestas públicas de mejora: cualquiera puede proponer, la comunidad debate y un comité decide. Así entraron los f-strings o el operador :=.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JSRs (Java Specification Requests) vía el JCP (Java Community Process)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evoluciona la plataforma Java. Empresas y desarrolladores participan votando y revisando propuestas.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Lenguajes de programación y paradigmas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Elección del lenguaje según el proyecto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lenguaje no es cuestión de gustos: depende del entorno de ejecución, del rendimiento necesario, de las librerías disponibles y de lo que sabe el equipo. Muchos proyectos mezclan varios: backend en Java, frontend en JavaScript, scripts en Python.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3968496"/>
        </p:xfrm>
        <a:graphic>
          <a:graphicData uri="http://schemas.openxmlformats.org/drawingml/2006/table">
            <a:tbl>
              <a:tblPr/>
              <a:tblGrid>
                <a:gridCol w="332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8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Escenario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Lenguajes habituales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Razón principal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Sistemas operativos y drivers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C, C++, Rust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directo del hardware, sin capa intermedia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— frontend (navegador)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JavaScript, TypeScript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el único lenguaje que los navegadores ejecutan de forma nativa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— backend (servidor)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Java, Node.js, PHP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Grandes ecosistemas de frameworks web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Aplicaciones móviles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Kotlin (Android), Swift (iOS)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Integración nativa con el SDK de cada plataforma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e inteligencia artificial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Librerías maduras para análisis y aprendizaje automático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Embebidos e IoT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C, Rust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 consumo de memoria, sin necesidad de VM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Lenguajes de programación y paradigmas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 Perfil de los lenguajes más comunes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rápida de los lenguajes que más aparecerán en el módulo (no es una clasificación definitiva: los lenguajes evolucionan y amplían su ámbito):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1" cy="4608576"/>
        </p:xfrm>
        <a:graphic>
          <a:graphicData uri="http://schemas.openxmlformats.org/drawingml/2006/table">
            <a:tbl>
              <a:tblPr/>
              <a:tblGrid>
                <a:gridCol w="1441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5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Lenguaje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Tipado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Paradigma principal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típico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Medio-bajo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Estático, fuerte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Procedimental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SO, drivers, firmware, embebidos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Estático, fuerte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Orientado a objetos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 empresariales, Android, backend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Dinámico, fuerte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Multiparadigma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Datos, IA, scripting, web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JavaScript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Dinámico, débil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Eventos, funcional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web, backend (Node.js)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Kotlin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Estático, con inferencia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OO + funcional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Android, apps multiplataforma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Medio-alto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Estático, fuerte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Multiparadigma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Sistemas de alto rendimiento, embebidos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Lenguajes de programación y paradigmas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2044</Words>
  <Application>Microsoft Office PowerPoint</Application>
  <PresentationFormat>Panorámica</PresentationFormat>
  <Paragraphs>241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VENTURA EDO, AITOR</cp:lastModifiedBy>
  <cp:revision>3</cp:revision>
  <dcterms:created xsi:type="dcterms:W3CDTF">2026-06-13T00:03:29Z</dcterms:created>
  <dcterms:modified xsi:type="dcterms:W3CDTF">2026-06-13T08:13:36Z</dcterms:modified>
</cp:coreProperties>
</file>