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5: DIAGRAMAS DE CLASES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en diagramas de clases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— Diagramas de Clases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Asociación: unidireccional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asociación se da cuando una clase tiene un atributo de tipo otra clase. Es unidireccional cuando solo una clase conoce a la otra: se representa con una línea con flecha, y la misma relación se puede modelar en cualquiera de las dos direcciones.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4543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conoce a Pedido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5916" y="1828800"/>
            <a:ext cx="54543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conoce a Cliente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39696"/>
            <a:ext cx="5454396" cy="12344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39696"/>
            <a:ext cx="64008" cy="12344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31136"/>
            <a:ext cx="513435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Cliente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Vector&lt;Pedido&gt; pedidos;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Pedido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 guarda al cliente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5916" y="2139696"/>
            <a:ext cx="5454396" cy="12344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2139696"/>
            <a:ext cx="64008" cy="12344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7084" y="2231136"/>
            <a:ext cx="513435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Cliente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 guarda los pedidos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Pedido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Cliente cliente;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2356" y="3456432"/>
            <a:ext cx="54269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16" name="Image 0" descr="C:/Users/Aitor/Documents/apuntes-profe/entornos-de-desarrollo/docs/tema5/img/dia-asociacion-unidireccional-pedi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3541910"/>
            <a:ext cx="5317236" cy="131037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4974336"/>
            <a:ext cx="54543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Flecha de Cliente a Pedido: rol "pedidos"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99632" y="3456432"/>
            <a:ext cx="54269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19" name="Image 1" descr="C:/Users/Aitor/Documents/apuntes-profe/entornos-de-desarrollo/docs/tema5/img/dia-asociacion-paso-rol-cli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3572899"/>
            <a:ext cx="5317236" cy="124839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85916" y="4974336"/>
            <a:ext cx="54543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Flecha de Pedido a Cliente: rol "cliente"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Asociación: bidireccional y roles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Bidireccional: ambas clases se conocen mutuamente (línea sin flechas). El rol es el nombre que toma una clase dentro de la relación —equivale al atributo en Java— y se escribe en el extremo opuesto a quien lo contiene.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6212" y="1865376"/>
            <a:ext cx="879652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asociacion-bidireccional-ro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2101702"/>
            <a:ext cx="8686800" cy="20145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3891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Compárala con las dos anteriores: aquí van los dos roles a la vez, y no hay flecha en ningún extremo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Asociación: error frecuente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ya has dibujado la relación con su rol, no vuelvas a añadir ese atributo dentro de la clase: la relación ya lo representa.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96212" y="1728216"/>
            <a:ext cx="87965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error-atributo-duplic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1885409"/>
            <a:ext cx="8686800" cy="20813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160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Incorrecto: "pedidos" repetido como atributo y como rol de la asociación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Asociación: roles y multiplicidad en DIA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clic sobre la línea de asociación para abrir sus propiedades: dos columnas, Side A y Side B, permiten fijar el rol y la multiplicidad de cada extremo.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73652" y="1728216"/>
            <a:ext cx="404164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asociacion-propied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7671" y="1783080"/>
            <a:ext cx="3873610" cy="3383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2578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A / Side B: rol, multiplicidad y si se muestra la flecha en cada lado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Asociación: multiplicidad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cuántos objetos de una clase pueden relacionarse con los de la otra, y se traduce directamente en cómo declaras el atributo en Java.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774668"/>
                <a:gridCol w="3549335"/>
                <a:gridCol w="5767669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traduce en Java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1..1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Exactamente uno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Pelicula pelicula;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Cero o uno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Pelicula pelicula; (puede ser null)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 / 0..*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Cero o más, sin límite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List&lt;Pelicula&gt; peliculas;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 cero y tres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List&lt;Pelicula&gt; peliculas; // máx.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 dos y tres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List&lt;Pelicula&gt; peliculas; // 2 a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212080"/>
            <a:ext cx="11091672" cy="5486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285232"/>
            <a:ext cx="10634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cardinalidad N o M no existe en UML — eso es del modelo Entidad-Relación. En UML siempre se usa * para "muchos".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Generalización (herencia)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hija hereda los atributos y métodos de la clase padre: "ClaseB es un tipo de ClaseA". Se representa con línea sólida y flecha triangular hueca, desde la hija hacia el padre.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22092" y="1773936"/>
            <a:ext cx="614476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herencia-persona-alumno-profe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6956" y="1828958"/>
            <a:ext cx="6035040" cy="33829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3035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Alumno y Profesor heredan nombre y edad de Persona, y añaden solo lo propio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760720"/>
            <a:ext cx="11091672" cy="4572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833872"/>
            <a:ext cx="10634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atributo está en la clase padre, no lo repitas en las hijas: lo heredan automáticamente.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Herencia multinivel y clases abstractas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68680"/>
            <a:ext cx="10725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herencia se puede encadenar en más de un nivel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42132" y="1335024"/>
            <a:ext cx="5504688" cy="3538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herencia-multinivel-persona-empleado-directivo-vehi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6996" y="1395011"/>
            <a:ext cx="5394960" cy="34187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91032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es padre de Cliente y Empleado; Empleado es a su vez padre de Directivo, que además se asocia con Vehiculo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y métodos abstractos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abstracta tiene al menos un método sin implementar y no se puede instanciar directamente. En UML, la clase y sus métodos abstractos se escriben en cursiva.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53412" y="1682496"/>
            <a:ext cx="788212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herencia-figurageometrica-cir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0757" y="1737360"/>
            <a:ext cx="7767438" cy="2130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95935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FiguraGeometrica y dibujar() en cursiva (abstractos); Circulo implementa dibujar()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416552"/>
            <a:ext cx="5454396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416552"/>
            <a:ext cx="64008" cy="10058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4507992"/>
            <a:ext cx="5134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FiguraGeometrica.java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FiguraGeometrica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abstract void dibujar();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85916" y="4416552"/>
            <a:ext cx="5454396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85916" y="4416552"/>
            <a:ext cx="64008" cy="10058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87084" y="4507992"/>
            <a:ext cx="5134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Circulo.java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Circulo extends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FiguraGeometrica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dibujar() {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Realización (interfaces)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interfaz define qué métodos debe tener una clase, sin implementarlos (en Java, implements). Se representa con línea discontinua y flecha triangular hueca, desde quien implementa hacia la interfaz.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41932" y="1819656"/>
            <a:ext cx="870508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realizacion-list-arraylist-linkedlist-v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592" y="1874520"/>
            <a:ext cx="8585767" cy="3639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6052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ArrayList, LinkedList y Vector realizan la interfaz List, cada una a su manera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Realización: interfaz Hablador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22092" y="813816"/>
            <a:ext cx="6144768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5/img/dia-realizacion-hablador-gato-cu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6956" y="869437"/>
            <a:ext cx="6035040" cy="29794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41064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guarda una lista de Hablador; Gato y Cuco realizan la interfaz cada uno a su modo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352544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352544"/>
            <a:ext cx="64008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4443984"/>
            <a:ext cx="10771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Hablador { void habla();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Gato implements Hablador { void habla() { println("Miau");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Cuco implements Hablador { void habla() { println("Cu cu");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 recorre la lista de Hablador y llama habla() sin distinguir el tipo real: polimorfismo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"todo–parte" donde las partes pueden existir sin el todo. El rombo (hueco) va siempre en el lado del todo.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96212" y="1728216"/>
            <a:ext cx="879652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agregacion-coche-ru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1783080"/>
            <a:ext cx="8683752" cy="2011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886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Coche agrega Ruedas: si las desmontas, siguen existiendo como piezas sueltas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480560"/>
            <a:ext cx="11091672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480560"/>
            <a:ext cx="10725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DIA, el icono de agregación es un rombo hueco en la paleta UML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 que la agregación, pero las partes no pueden existir sin el todo. Rombo relleno en el lado del todo.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96212" y="1728216"/>
            <a:ext cx="879652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composicion-empresa-depart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260" y="1783080"/>
            <a:ext cx="8684433" cy="2130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00507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compone Departamentos: si la empresa desaparece, ellos desaparecen con ella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553712"/>
            <a:ext cx="11091672" cy="6400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626864"/>
            <a:ext cx="106344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Tanto el rombo de agregación como el de composición van en el lado del todo, no en el de la parte. DIA solo tiene el icono de Agregación: para Composición, cambia el campo Tipo en las propiedades de la línea.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usa a otra de forma temporal (parámetro, variable local o retorno), sin guardar una referencia permanente. Línea discontinua con flecha en "V".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61972" y="1773936"/>
            <a:ext cx="8065008" cy="2130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dependencia-mapa-coordena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961" y="1828800"/>
            <a:ext cx="7945029" cy="20208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941064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usa Coordenadas como parámetro y retorno, pero no la guarda como atributo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443984"/>
            <a:ext cx="11091672" cy="777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4443984"/>
            <a:ext cx="64008" cy="7772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4535424"/>
            <a:ext cx="107716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Coordenadas direccionACoordenadas(String d) {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coordenadasADireccion(Coordenadas c) {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Ninguno de los dos guarda Coordenadas en un atributo de Mapa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asociativa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una relación tiene sus propios atributos o métodos, se representa como una clase unida a la línea de asociación con una línea discontinua.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473452" y="1773936"/>
            <a:ext cx="7242048" cy="3136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5/img/dia-clase-asociativa-estudiante-asigna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284" y="1828800"/>
            <a:ext cx="7130384" cy="30266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946904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 no pertenece solo a Estudiante ni solo a Asignatura: pertenece a su relación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449824"/>
            <a:ext cx="11091672" cy="5029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522976"/>
            <a:ext cx="106344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no hay un elemento específico: se dibuja la clase aparte y se une a la línea de asociación con la herramienta de línea estándar, en estilo discontinuo.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¿Generalización o realización?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914400"/>
        </p:xfrm>
        <a:graphic>
          <a:graphicData uri="http://schemas.openxmlformats.org/drawingml/2006/table">
            <a:tbl>
              <a:tblPr/>
              <a:tblGrid>
                <a:gridCol w="2662001"/>
                <a:gridCol w="4214835"/>
                <a:gridCol w="4214835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Generalización (herencia)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Realización (interfaz)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Palabra clave Java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¿Cuántas puede tener?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una clase padre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Múltiples interfaces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¿La "padre" implementa?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Sí, puede tener código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solo declara la firma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hija es un tipo de la padre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clase promete comportarse según el contrato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091672" cy="6858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056632"/>
            <a:ext cx="10634472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necesitas que una clase tenga comportamiento de varios tipos distintos, usa interfaces: Java solo permite heredar de una clase padre, pero puedes implementar tantas interfaces como quieras.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¿Clase abstracta o interfaz?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5 · Relaciones en diagramas de clases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914400"/>
        </p:xfrm>
        <a:graphic>
          <a:graphicData uri="http://schemas.openxmlformats.org/drawingml/2006/table">
            <a:tbl>
              <a:tblPr/>
              <a:tblGrid>
                <a:gridCol w="3549335"/>
                <a:gridCol w="3771168"/>
                <a:gridCol w="3771168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 abstracta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Interfaz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Atributos de instancia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(solo static final)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Métodos con implementación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(en Java &lt; 8)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clase puede extender/implementar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una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 UML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Generalización (línea sólida)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Realización (línea discontinua)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056632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clase abstracta cuando las subclases comparten código ya implementado. Elige interfaz cuando solo quieras garantizar que un comportamiento existe, sin importar cómo se implementa.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2026-07-02T13:22:37Z</dcterms:created>
  <dcterms:modified xsi:type="dcterms:W3CDTF">2026-07-02T13:22:37Z</dcterms:modified>
</cp:coreProperties>
</file>