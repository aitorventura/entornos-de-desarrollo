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65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A460-2CC4-ABC2-5E19-B566B56C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7C4EB-A1E8-684B-7AA7-49289330B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36EE1-E005-E4D8-FBDA-25DEC1EBA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C6BC-B98B-3F94-CDE8-F544A86F6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61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en Git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en paralelo — Fusiones — Resolución de conflictos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rama?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rama es una etiqueta que apunta a un commit concreto y avanza automáticamente cada vez que haces un nuevo commit estando en ella.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ramas, cualquier cambio a medias queda mezclado con el código estable. Con ramas, tienes tu propio espacio de trabajo aislado.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rama por defecto se llama main (o master en repos más antiguos).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crear una rama nueva, Git pone otra etiqueta en el commit donde estás.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ahí, cada rama puede avanzar de forma independiente.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y la rama nueva parten del mismo punto y evolucionan por su lado sin pisarse.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91672" cy="1417320"/>
          </a:xfrm>
          <a:prstGeom prst="roundRect">
            <a:avLst/>
          </a:prstGeom>
          <a:solidFill>
            <a:srgbClr val="E8EAF6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A  →  Commit B  →  Commit C  (main sigue aquí)
</a:t>
            </a:r>
            <a:r>
              <a:rPr lang="en-US" sz="1700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↓
</a:t>
            </a:r>
            <a:r>
              <a:rPr lang="en-US" sz="1700" b="1" dirty="0">
                <a:solidFill>
                  <a:srgbClr val="0096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Commit D  →  Commit E  (rama experimento)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HEAD?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es un puntero especial que indica en qué rama (y commit) estás trabajando ahora mismo.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verás constantemente en git log, git status y git lga.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-&gt; main  significa: "Estoy en la rama main y el commit actual es este."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cambias de rama con git switch, HEAD se mueve contigo.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no es la rama — es el puntero que dice 'aquí estás tú'.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Situaciones habituales de HEAD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2633472"/>
        </p:xfrm>
        <a:graphic>
          <a:graphicData uri="http://schemas.openxmlformats.org/drawingml/2006/table">
            <a:tbl>
              <a:tblPr/>
              <a:tblGrid>
                <a:gridCol w="3660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ves en git lga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-&gt; main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Estás en main, en el commit más reciente de esa rama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-&gt; experimento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Estás en la rama experimento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-&gt; main, experimento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Ambas ramas apuntan al mismo commit (la rama recién se ha creado)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 de ramas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416052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8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las ramas y marca cuál es la activa (*)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ver en cuál estás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&lt;nombre&gt;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una nueva rama en el commit actual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empezar algo nuevo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switch &lt;nombre&gt;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 mueve a una rama existente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cambiar de contexto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switch -c &lt;nombre&gt;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la rama Y te mueve en un solo paso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Atajo para los dos anteriores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-d &lt;nombre&gt;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Borra la rama (seguro: solo si está fusionada)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 hacer merge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branch -D &lt;nombre&gt;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Borra la rama forzado (aunque no esté fusionada)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descartar trabajo intencionalmente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544068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Con -d (minúscula), Git se niega a borrar si la rama tiene commits que no están en ninguna otra rama — te protege de perder trabajo.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-D (mayúscula), borra sin preguntar. Úsala solo cuando estás seguro.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el historial: alias git lga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entender qué pasa con las ramas necesitas ver el grafo de commits. El comando completo 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1109167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435608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49808" y="152704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--graph --oneline --all --decorate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práctico es crear un alias llamado lga. Ejecútalo una sola vez: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167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548640" y="2706624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49808" y="2798064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alias.lga "log --graph --oneline --all --decorate"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grafo crece de abajo hacia arriba: el commit más reciente aparece primero. Las etiquetas (main, HEAD, nombres de rama) aparecen junto al commit al que apuntan.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1: punto de partida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partimos de main limpio. Comprobamos que no hay cambios pendientes antes de crear la rama.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64008" cy="594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lga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71" y="2532888"/>
            <a:ext cx="9991210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2: crear la 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crea una nueva etiqueta en el commit actual. HEAD sigue en main — no te has movido.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109167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experimento-fondo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41817"/>
            <a:ext cx="11091672" cy="37586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3: moverse a la 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mueve HEAD a la nueva rama. Los archivos cambian al estado de esa rama (ahora mismo es el mismo que main).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109167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experimento-fondo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2117"/>
            <a:ext cx="11091672" cy="3538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4: commits en la rama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58368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rama activa avanza con cada commit. main se queda intacta — esos cambios no la tocan.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64008" cy="594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estilos.css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"Fondo cambiado a rojo"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2093"/>
            <a:ext cx="11091672" cy="36437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131EB-A170-29B3-BC41-D911F1E5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5593C4-63BF-3C5E-AC1C-D65663EC498D}"/>
              </a:ext>
            </a:extLst>
          </p:cNvPr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AC05ED-151A-55DD-ABC2-6CFD3289BC33}"/>
              </a:ext>
            </a:extLst>
          </p:cNvPr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5: Volver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999D05-DB6C-16A6-61FE-D127ECD71FEC}"/>
              </a:ext>
            </a:extLst>
          </p:cNvPr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9F77A4-3C6A-B48D-21F8-B1A826CC1FBA}"/>
              </a:ext>
            </a:extLst>
          </p:cNvPr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D5445F-EFA4-DC03-4AD2-6828EB96F2E5}"/>
              </a:ext>
            </a:extLst>
          </p:cNvPr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Volver a main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BF3275-715C-E142-18E1-8AF575AE0477}"/>
              </a:ext>
            </a:extLst>
          </p:cNvPr>
          <p:cNvSpPr/>
          <p:nvPr/>
        </p:nvSpPr>
        <p:spPr>
          <a:xfrm>
            <a:off x="548640" y="1417320"/>
            <a:ext cx="499125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50138C9-285D-9138-E1B7-BE20FC376D2F}"/>
              </a:ext>
            </a:extLst>
          </p:cNvPr>
          <p:cNvSpPr/>
          <p:nvPr/>
        </p:nvSpPr>
        <p:spPr>
          <a:xfrm>
            <a:off x="548640" y="1417320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FAEB57-C298-007B-A7A7-8623E27C41D0}"/>
              </a:ext>
            </a:extLst>
          </p:cNvPr>
          <p:cNvSpPr/>
          <p:nvPr/>
        </p:nvSpPr>
        <p:spPr>
          <a:xfrm>
            <a:off x="749808" y="1508760"/>
            <a:ext cx="4625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8D717F7-4B50-D958-C20F-E29216A4CF81}"/>
              </a:ext>
            </a:extLst>
          </p:cNvPr>
          <p:cNvSpPr/>
          <p:nvPr/>
        </p:nvSpPr>
        <p:spPr>
          <a:xfrm>
            <a:off x="5761726" y="1490472"/>
            <a:ext cx="565675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archivos recuperan el estado de main. Los cambios siguen seguros en la rama.</a:t>
            </a:r>
            <a:endParaRPr lang="en-US" sz="14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E53AD80-537A-87C9-F795-7F0E3202C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00767"/>
            <a:ext cx="1053251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96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Paso 6: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3280" y="1158862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96160" y="1158862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Fusionar (Fast-forward)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3280" y="1707502"/>
            <a:ext cx="499125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13280" y="1707502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14448" y="1798942"/>
            <a:ext cx="4625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experimento-fondo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26366" y="1780654"/>
            <a:ext cx="565675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no ha avanzado → Git mueve el puntero hacia adelante. No se crea ningún commit extra.</a:t>
            </a:r>
            <a:endParaRPr lang="en-US" sz="14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CE055C4E-73B4-3B25-4919-C03FC792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55" y="2466454"/>
            <a:ext cx="6513103" cy="40580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completo — Resultado de la fusión y limpieza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062757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1062757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Limpiar — borrar la rama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657117"/>
            <a:ext cx="11091672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48640" y="1657117"/>
            <a:ext cx="64008" cy="548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49808" y="1748557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experimento-fondo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677" y="2631233"/>
            <a:ext cx="7462646" cy="2781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Fusiones: Fast-forward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comando es siempre el mismo: primero te sitúas en la rama destino, luego fusionas: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64008" cy="594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nombre-de-la-rama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2276856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 ocurre cuando main NO ha avanzado desde que creaste tu rama. Git simplemente mueve el puntero hacia adelante. El historial queda lineal y limpio — sin commit de fusión.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385816" cy="3026664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538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merge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922776"/>
            <a:ext cx="5111496" cy="2203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 (main)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\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→ D  (feature, HEAD)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54496" y="3282696"/>
            <a:ext cx="5385816" cy="3026664"/>
          </a:xfrm>
          <a:prstGeom prst="rect">
            <a:avLst/>
          </a:prstGeom>
          <a:solidFill>
            <a:srgbClr val="E8F5E9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254496" y="3419856"/>
            <a:ext cx="5385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merge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91656" y="3922776"/>
            <a:ext cx="5111496" cy="2203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 → C → 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(main, feature, HEAD)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0176" y="456742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Fusiones: 3-way merge — antes del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Ocurre cuando main SÍ ha avanzado mientras trabajabas en tu rama. Las dos líneas han divergido: cada una tiene commits que la otra no tiene.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el grafo cuando las dos ramas han divergido: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9354"/>
            <a:ext cx="11091672" cy="32738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Fusiones: 3-way merge — el commit de unión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necesita crear un commit de fusión con DOS padres — uno de cada rama. El grafo mostrará el bucle cerrado.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en el historial tras el merge: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321" y="2331720"/>
            <a:ext cx="659831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editor del merge commit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Git necesita crear un merge commit, abre tu editor de terminal para que confirmes el mensaje: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586" y="1463040"/>
            <a:ext cx="8479780" cy="292608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1672" cy="2139696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y salir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Vim (el más habitual)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Pulsa Esc, escribe  :wq  y pulsa Enter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O para guardar,  Enter para confirmar,  Ctrl + X para salir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qué son y cuándo ocurren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conflicto ocurre cuando Git intenta fusionar dos ramas y encuentra que las mismas líneas de un mismo archivo han sido modificadas de forma diferente en cada una.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11091672" cy="8229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984248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tú has cambiado la línea 5 de estilos.css en tu rama, y tu compañero también ha cambiado la línea 5 en main, Git no puede elegir por ti. Tendrás que resolver el conflicto a mano.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cada uno ha tocado líneas distintas, Git las combina sin problema.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1520" y="2916936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resolución — siempre el mismo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65576"/>
          <a:ext cx="11091672" cy="2414016"/>
        </p:xfrm>
        <a:graphic>
          <a:graphicData uri="http://schemas.openxmlformats.org/drawingml/2006/table">
            <a:tbl>
              <a:tblPr/>
              <a:tblGrid>
                <a:gridCol w="887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detiene la operación y te avisa del conflicto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Abres el archivo — dentro ves las marcas  &lt;&lt;&lt;&lt;&lt;&lt;&lt;  /  =======  /  &gt;&gt;&gt;&gt;&gt;&gt;&gt;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Editas el archivo: borras las marcas y dejas la versión final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Añades el archivo resuelto:   git add archivo.txt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Cierras el merge:   git commit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las marcas del conflicto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175369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abres el archivo en conflicto, ves esto: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1672" cy="1508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64008" cy="15087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107259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Cambios en tu rama actual (main)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Cambios en la rama que entra (nueva-rama)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nueva-rama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97528"/>
              </p:ext>
            </p:extLst>
          </p:nvPr>
        </p:nvGraphicFramePr>
        <p:xfrm>
          <a:off x="548640" y="2913949"/>
          <a:ext cx="11091672" cy="2743200"/>
        </p:xfrm>
        <a:graphic>
          <a:graphicData uri="http://schemas.openxmlformats.org/drawingml/2006/table">
            <a:tbl>
              <a:tblPr/>
              <a:tblGrid>
                <a:gridCol w="332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&lt;&lt;&lt;&lt;&lt;&lt;&lt; HEAD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Empieza la versión de la rama donde estás (main)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=======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Separador entre las dos versiones en conflicto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&gt;&gt;&gt;&gt;&gt;&gt;&gt; nueva-rama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Empieza la versión de la rama que intentas fusionar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782177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77240" y="5873617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tarea: borrar las tres marcas y dejar solo la versión final del texto. Puedes quedarte con una de las dos versiones, o escribir una tercera que combine lo mejor de ambas.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ejemplo — preparar el escenario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Crear el archivo y primer commit en main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304" y="1444752"/>
            <a:ext cx="7042343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764341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31520" y="3764341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Crear rama y modificar la misma línea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694" y="4225612"/>
            <a:ext cx="7287953" cy="23524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ejemplo — cambiar la misma línea en main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1323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Volvemos a main y cambiamos la misma línea. Ahora las dos ramas tienen versiones distintas de esa línea.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 main, cambiar la misma línea — y ver las ramas divergidas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053" y="2359152"/>
            <a:ext cx="7020845" cy="3995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ejemplo — Git detecta el conflicto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intentar fusionar, Git para y avisa. El repositorio queda en estado MERGING hasta que resuelvas el conflicto y cierres el merge.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Intentar fusionar → CONFLICT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04689"/>
            <a:ext cx="11091672" cy="29688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ejemplo — editar y resolver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El archivo con las marcas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335" y="1417320"/>
            <a:ext cx="6828282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3192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Archivo resuelto — quedas solo con la versión final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170" y="4480560"/>
            <a:ext cx="4442612" cy="1874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ejemplo — cerrar el merge y ver el resultado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Añadir el archivo resuelto y cerrar el merge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64008" cy="594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49808" y="15087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titulo.txt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"Resuelve conflicto en titulo.txt"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074" y="2194560"/>
            <a:ext cx="5054803" cy="1828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4251960"/>
            <a:ext cx="11091672" cy="71323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77240" y="4343400"/>
            <a:ext cx="10634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historial queda intacto: el commit del conflicto, los commits de cada rama, y el merge commit que los une. Todo queda trazado.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Conflictos: el historial tras resolverlo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grafo muestra el merge commit uniendo las dos líneas — el nudo cerrado confirma que el proceso ha terminado: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47" y="1377838"/>
            <a:ext cx="7523964" cy="193021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927" y="3365616"/>
            <a:ext cx="7388265" cy="19935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2863" y="5474344"/>
            <a:ext cx="11091672" cy="713232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777240" y="5565784"/>
            <a:ext cx="10634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conflictos en varios archivos a la vez: resuelve uno a uno, haz git add de cada uno que termines, y solo al final haz git commit.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desde IntelliJ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6858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obligatorio usar la terminal para todo. IntelliJ tiene integración completa con Git.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acceder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barra inferior de IntelliJ verás el nombre de la rama actual. Haz clic en él para: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todas las ramas locales y remotas.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rama nueva (New Branch).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de rama con un clic (Checkout).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Fusionar o hacer rebase desde el menú contextual.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53035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comandos que hace IntelliJ por debajo son exactamente los mismos que has practicado en terminal. Entenderlos te ayuda a saber qué está pasando cuando algo falla en la interfaz gráfica.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4 — Ramas en Git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54396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58368" y="1188720"/>
            <a:ext cx="52715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y HEAD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5916" y="1188720"/>
            <a:ext cx="5454396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295644" y="1188720"/>
            <a:ext cx="52715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Fusiones y conflictos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45439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&lt;nombre&gt;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 rama sin moverte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&lt;nombre&gt;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cambia de rama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switch -c &lt;nombre&gt;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 y cambia en uno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apunta siempre a tu rama y commit actual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lga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grafo visual de todas las ramas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85916" y="1810512"/>
            <a:ext cx="545439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Fast-forward: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 no ha avanzado → puntero se mueve, historial lineal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 merge: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ambas ramas han avanzado → Git crea un merge commit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Conflicto: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mismas líneas modificadas → resuelves a mano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-d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borrado seguro (solo si fusionada)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 -D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borrado forzado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601" y="5439371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978408" y="5512523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básico:  git switch -c mi-rama  →  commits  →  git switch main  →  git merge mi-rama  →  git branch -d mi-rama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2021</Words>
  <Application>Microsoft Office PowerPoint</Application>
  <PresentationFormat>Panorámica</PresentationFormat>
  <Paragraphs>246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2026-06-28T10:13:44Z</dcterms:created>
  <dcterms:modified xsi:type="dcterms:W3CDTF">2026-06-28T18:12:16Z</dcterms:modified>
</cp:coreProperties>
</file>