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actividades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Flujos, decisiones y concurrencia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2471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es el diagrama de flujo de toda la vida, con uniforme UML — un proceso de principio a fin, con sus decisiones, sus bucles y sus tareas en paralelo.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16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has hecho diagramas de flujo en Programación, este te resultará familiar: cambia la notación, no la idea. Se usa para modelar: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Procesos de negocio: el flujo de una compra, una reserva, una tramitación.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Lógica de algoritmos: los pasos de un método complejo.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Flujos de casos de uso: cómo se desarrolla un caso de uso en detalle.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Comportamiento de métodos, cuando la lógica cuesta de entender solo con código.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pequeño para empezar: el cajero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58384" y="106070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1325880"/>
            <a:ext cx="0" cy="3657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80560" y="1691640"/>
            <a:ext cx="20116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Introducir PIN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194560"/>
            <a:ext cx="0" cy="4114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2606040"/>
            <a:ext cx="137160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606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¿PIN correcto?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3035808"/>
            <a:ext cx="15087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6938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[sí]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788920"/>
            <a:ext cx="192024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importe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3035808"/>
            <a:ext cx="4572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0" y="2788920"/>
            <a:ext cx="182880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dinero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0" y="3291840"/>
            <a:ext cx="0" cy="68580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817352" y="400507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7304" y="407502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2103120" y="3035808"/>
            <a:ext cx="269748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354580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[no, quedan intentos]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V="1">
            <a:off x="2103120" y="1938528"/>
            <a:ext cx="0" cy="10972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1938528"/>
            <a:ext cx="23774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0" cy="6400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62356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[no, 3 fallos]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114800"/>
            <a:ext cx="20116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114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Retener tarjeta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4617720"/>
            <a:ext cx="0" cy="5943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30952" y="52395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00904" y="530946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852160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92531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condiciones van entre corchetes en las flechas del rombo; un camino puede volver atrás (el bucle del PIN) o terminar en un final propio.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(1/2): inicio, actividad y decisión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2416" y="1453896"/>
            <a:ext cx="292608" cy="292608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3716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— círculo negro sólido. Comienzo del flujo; solo puede haber uno.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554480" cy="4572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stock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— rectángulo redondeado. Una tarea o acción concreta; el nombre suele ser un verbo en infinitivo ("Verificar stock", "Enviar notificación").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291840"/>
            <a:ext cx="9144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2004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— rombo: el flujo toma un camino u otro según una condición.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condición va entre corchetes en su flecha de salida —[sí], [no], [stock &gt; 0]— y se llama CONDICIÓN DE GUARDA: "guarda" el camino y solo deja pasar si es verdadera. Volverás a verla en el diagrama de estados.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9379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rombos no llevan la pregunta dentro en UML estricto, pero escribirla al lado (¿PIN correcto?) ayuda a leer el diagrama y es lo que haremos en clase.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(2/2): flujo, concurrencia y fin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468880" y="1417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— flechas que conectan los elementos e indican la dirección del proceso.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463040" cy="82296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22860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 — barras gruesas de sincronización: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barra de APERTURA (fork) divide el flujo en ramas que se ejecutan a la vez.</a:t>
            </a:r>
            <a:endParaRPr lang="en-US" sz="15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de CIERRE (join) espera a que TODAS las ramas terminen para continuar.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24128" y="404164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8194" y="4115714"/>
            <a:ext cx="181051" cy="181051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977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— círculo con borde grueso. Puede haber varios nodos de fin en un mismo diagrama (un final feliz y otro de cancelación, por ejemplo).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0235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 y barra se parecen pero no se mezclan: el rombo ELIGE un camino (con guardas); la barra los ejecuta TODOS a la vez (sin guardas). Si pones condiciones en una barra, en realidad querías un rombo.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leído paso a paso: máquina de café</a:t>
            </a:r>
            <a:endParaRPr lang="en-US" sz="2300" dirty="0"/>
          </a:p>
        </p:txBody>
      </p:sp>
      <p:pic>
        <p:nvPicPr>
          <p:cNvPr id="4" name="Image 0" descr="C:/Users/Aitor/Documents/apuntes-profe/entornos-de-desarrollo/docs/tema6/img/actividad-cafe-compl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03504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0972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Elegir bebida e Introducir monedas: secuencia normal.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La primera barra abre TRES ramas a la vez: mensaje "Sirviendo café", preparar la bebida y devolver el cambio.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La rama central pasa por un rombo con guardas excluyentes: [café], [capuchino] o [cortado] deciden qué se sirve.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Un segundo rombo reagrupa los tres caminos.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El join espera a que las tres ramas acaben; solo entonces "Recoja su café" y nodo final.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2026-07-03T20:12:34Z</dcterms:created>
  <dcterms:modified xsi:type="dcterms:W3CDTF">2026-07-03T20:12:34Z</dcterms:modified>
</cp:coreProperties>
</file>