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6: DIAGRAMAS DE COMPORTAMIENTO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estados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de vida de un objeto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 sirve?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los distintos ESTADOS por los que puede pasar un objeto a lo largo de su vida, y qué eventos provocan el cambio de uno a otro.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Piensa en tu móvil: bloqueado, desbloqueado, en llamada, apagado... cada uno es una situación estable en la que se comporta distinto, y algo concreto (pulsar un botón, quedarse sin batería) lo hace saltar de una a otra.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1091672" cy="10972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456432"/>
            <a:ext cx="1063447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clave: no todos los objetos necesitan un diagrama de estados — solo aquellos cuyo comportamiento cambia significativamente según su situación (un pedido no se comporta igual "pendiente" que "enviado" o "cancelado").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estados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del diagrama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42416" y="1499616"/>
            <a:ext cx="292608" cy="292608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41732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inicial — círculo negro sólido, igual que en actividades. Punto de partida.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377440"/>
            <a:ext cx="1554480" cy="5029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22402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— rectángulo redondeado con el NOMBRE de la situación (sustantivo o adjetivo: "Pendiente", "Bloqueada").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Opcionalmente puede llevar acciones internas: entry (al entrar), do (mientras dura) y exit (al salir).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137160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60120" y="3611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Transición — flecha entre dos estados, etiquetada con lo que provoca el cambio.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24128" y="463600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12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8194" y="4710074"/>
            <a:ext cx="181051" cy="181051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45720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final — círculo con borde grueso: fin del ciclo de vida del objeto. Hay objetos sin final (un semáforo nunca termina).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estados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transición completa: evento [condición] / acción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1828800" cy="64008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Cerrada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961120" y="1828800"/>
            <a:ext cx="1828800" cy="64008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Abierta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0" y="2148840"/>
            <a:ext cx="5760720" cy="0"/>
          </a:xfrm>
          <a:prstGeom prst="line">
            <a:avLst/>
          </a:prstGeom>
          <a:noFill/>
          <a:ln w="2540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200400" y="16916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pasarTarjeta() [tarjeta válida] / registrarAcceso()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1672" cy="914400"/>
        </p:xfrm>
        <a:graphic>
          <a:graphicData uri="http://schemas.openxmlformats.org/drawingml/2006/table">
            <a:tbl>
              <a:tblPr/>
              <a:tblGrid>
                <a:gridCol w="1996501"/>
                <a:gridCol w="1774668"/>
                <a:gridCol w="7320504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Obligatoria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significa aquí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pasarTarjeta(): lo que dispara el intento de cambio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[condición]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[tarjeta válida]: condición de guarda; si es falsa, NO hay transición y la puerta se queda como está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 acción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 registrarAcceso(): se ejecuta al realizarse la transición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48640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5559552"/>
            <a:ext cx="10634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transiciones reflexivas apuntan al mismo estado de origen: sirven para ejecutar una acción sin cambiar de estado.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estados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pedido en una tienda online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9224" y="2066544"/>
            <a:ext cx="256032" cy="256032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94560"/>
            <a:ext cx="32004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234440" y="1920240"/>
            <a:ext cx="160020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9202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34640" y="2194560"/>
            <a:ext cx="77724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674620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1920240"/>
            <a:ext cx="160020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9202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12080" y="2194560"/>
            <a:ext cx="77724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052060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920240"/>
            <a:ext cx="160020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9202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2194560"/>
            <a:ext cx="77724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383780" y="16642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66760" y="1920240"/>
            <a:ext cx="160020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19202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Entregado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966960" y="2194560"/>
            <a:ext cx="64008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634472" y="20391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12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04424" y="2109064"/>
            <a:ext cx="170993" cy="170993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3657600"/>
            <a:ext cx="1737360" cy="54864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Cancelado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034540" y="2468880"/>
            <a:ext cx="2537460" cy="118872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2194560" y="2926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cancelar()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11980" y="2468880"/>
            <a:ext cx="982980" cy="118872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120640" y="2926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cancelar()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3931920"/>
            <a:ext cx="100584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976872" y="377647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12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6824" y="3846424"/>
            <a:ext cx="170993" cy="170993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754880"/>
            <a:ext cx="11091672" cy="1051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828032"/>
            <a:ext cx="1063447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nombres de los estados son adjetivos o participios, no acciones. Y fíjate: solo se puede cancelar desde Pendiente o Pagado — una vez enviado, ya no. Un diagrama de estados también documenta lo que NO se puede hacer.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estados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semáforo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60704" y="2272284"/>
            <a:ext cx="256032" cy="256032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400300"/>
            <a:ext cx="68580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011680" y="2103120"/>
            <a:ext cx="1645920" cy="59436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21031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2400300"/>
            <a:ext cx="128016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42900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temporizador()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2103120"/>
            <a:ext cx="1645920" cy="59436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1031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2400300"/>
            <a:ext cx="128016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35508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temporizador()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2103120"/>
            <a:ext cx="1645920" cy="59436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1031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0" y="2697480"/>
            <a:ext cx="0" cy="105156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2834640" y="3749040"/>
            <a:ext cx="585216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2834640" y="2697480"/>
            <a:ext cx="0" cy="105156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93776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temporizador()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1091672" cy="10058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645152"/>
            <a:ext cx="106344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estados y siempre el mismo ciclo: no hay condiciones de guarda (lo único que dispara cada transición es el temporizador) y no hay estado final, porque su ciclo no termina nunca.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estados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¿Actividad o estados? La confusión clásica</a:t>
            </a:r>
            <a:endParaRPr lang="en-US" sz="2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Diagrama de actividades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Diagrama de estados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el flujo de UN PROCESO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el ciclo de vida de UN OBJETO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cajas son acciones (verbos): "Validar datos"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cajas son estados (sustantivos/adjetivos): "Pendiente"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flechas son el orden de los pasos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flechas son eventos que cambian el estado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91672" cy="868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279392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rápida: escribe lo que pondrías dentro de una caja. ¿Es algo que se HACE? → actividad. ¿Es algo que se ES durante un tiempo? → estados.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estados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Dibujarlo en DIA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167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elementos son casi los mismos que en el diagrama de actividades, así que ya conoces los iconos: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Estado inicial y final: el mismo círculo; para el final, doble clic → "Es final" → Sí.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Estado: el rectángulo redondeado (el mismo elemento que la actividad); escribe dentro el nombre del estado.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Transición: la flecha de la paleta UML. Doble clic sobre ella para escribir el disparador (evento), la guarda (condición) y la acción; DIA los compone como evento [condición] / acción.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73659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esto ya puedes hacer las actividades del tema: interpretar diagramas dados y plantear los tuyos con la sintaxis completa.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estados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Entornos de Desarrollo</cp:lastModifiedBy>
  <cp:revision>1</cp:revision>
  <dcterms:created xsi:type="dcterms:W3CDTF">2026-07-03T20:12:34Z</dcterms:created>
  <dcterms:modified xsi:type="dcterms:W3CDTF">2026-07-03T20:12:34Z</dcterms:modified>
</cp:coreProperties>
</file>